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1"/>
  </p:notesMasterIdLst>
  <p:sldIdLst>
    <p:sldId id="256" r:id="rId2"/>
    <p:sldId id="258" r:id="rId3"/>
    <p:sldId id="263" r:id="rId4"/>
    <p:sldId id="265" r:id="rId5"/>
    <p:sldId id="262" r:id="rId6"/>
    <p:sldId id="264" r:id="rId7"/>
    <p:sldId id="261" r:id="rId8"/>
    <p:sldId id="270" r:id="rId9"/>
    <p:sldId id="259" r:id="rId10"/>
  </p:sldIdLst>
  <p:sldSz cx="9144000" cy="5143500" type="screen16x9"/>
  <p:notesSz cx="6858000" cy="9144000"/>
  <p:embeddedFontLst>
    <p:embeddedFont>
      <p:font typeface="Bebas Neue" panose="020B0606020202050201" pitchFamily="34" charset="0"/>
      <p:regular r:id="rId12"/>
    </p:embeddedFont>
    <p:embeddedFont>
      <p:font typeface="Cambria" panose="02040503050406030204" pitchFamily="18" charset="0"/>
      <p:regular r:id="rId13"/>
      <p:bold r:id="rId14"/>
      <p:italic r:id="rId15"/>
      <p:boldItalic r:id="rId16"/>
    </p:embeddedFont>
    <p:embeddedFont>
      <p:font typeface="Karla" pitchFamily="2" charset="0"/>
      <p:regular r:id="rId17"/>
      <p:bold r:id="rId18"/>
      <p:italic r:id="rId19"/>
      <p:boldItalic r:id="rId20"/>
    </p:embeddedFont>
    <p:embeddedFont>
      <p:font typeface="Rubik Black" panose="020B0604020202020204" charset="-79"/>
      <p:bold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4E60FD-C95F-4F20-8D00-6A3FD2946E2F}">
  <a:tblStyle styleId="{8A4E60FD-C95F-4F20-8D00-6A3FD2946E2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D1A156C-71F7-43A9-BE0B-B1C8541E434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Model Selection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Accuracy</c:v>
                </c:pt>
              </c:strCache>
            </c:strRef>
          </c:tx>
          <c:spPr>
            <a:solidFill>
              <a:schemeClr val="accent1"/>
            </a:solidFill>
            <a:ln>
              <a:noFill/>
            </a:ln>
            <a:effectLst/>
          </c:spPr>
          <c:invertIfNegative val="0"/>
          <c:cat>
            <c:strRef>
              <c:f>Sheet1!$A$2:$A$5</c:f>
              <c:strCache>
                <c:ptCount val="4"/>
                <c:pt idx="0">
                  <c:v>Llama 3.2 3B</c:v>
                </c:pt>
                <c:pt idx="1">
                  <c:v>Qwen2.5 3B</c:v>
                </c:pt>
                <c:pt idx="2">
                  <c:v>Qwen2.5 1.5B</c:v>
                </c:pt>
                <c:pt idx="3">
                  <c:v>Llama 3.2 1B</c:v>
                </c:pt>
              </c:strCache>
            </c:strRef>
          </c:cat>
          <c:val>
            <c:numRef>
              <c:f>Sheet1!$B$2:$B$5</c:f>
              <c:numCache>
                <c:formatCode>General</c:formatCode>
                <c:ptCount val="4"/>
                <c:pt idx="0">
                  <c:v>100</c:v>
                </c:pt>
                <c:pt idx="1">
                  <c:v>89</c:v>
                </c:pt>
                <c:pt idx="2">
                  <c:v>78</c:v>
                </c:pt>
                <c:pt idx="3">
                  <c:v>44</c:v>
                </c:pt>
              </c:numCache>
            </c:numRef>
          </c:val>
          <c:extLst>
            <c:ext xmlns:c16="http://schemas.microsoft.com/office/drawing/2014/chart" uri="{C3380CC4-5D6E-409C-BE32-E72D297353CC}">
              <c16:uniqueId val="{00000000-06A4-4B47-B500-C3659ACDE3D9}"/>
            </c:ext>
          </c:extLst>
        </c:ser>
        <c:dLbls>
          <c:showLegendKey val="0"/>
          <c:showVal val="0"/>
          <c:showCatName val="0"/>
          <c:showSerName val="0"/>
          <c:showPercent val="0"/>
          <c:showBubbleSize val="0"/>
        </c:dLbls>
        <c:gapWidth val="182"/>
        <c:axId val="1717215247"/>
        <c:axId val="1755994511"/>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Column1</c:v>
                      </c:pt>
                    </c:strCache>
                  </c:strRef>
                </c:tx>
                <c:spPr>
                  <a:solidFill>
                    <a:schemeClr val="accent2"/>
                  </a:solidFill>
                  <a:ln>
                    <a:noFill/>
                  </a:ln>
                  <a:effectLst/>
                </c:spPr>
                <c:invertIfNegative val="0"/>
                <c:cat>
                  <c:strRef>
                    <c:extLst>
                      <c:ext uri="{02D57815-91ED-43cb-92C2-25804820EDAC}">
                        <c15:formulaRef>
                          <c15:sqref>Sheet1!$A$2:$A$5</c15:sqref>
                        </c15:formulaRef>
                      </c:ext>
                    </c:extLst>
                    <c:strCache>
                      <c:ptCount val="4"/>
                      <c:pt idx="0">
                        <c:v>Llama 3.2 3B</c:v>
                      </c:pt>
                      <c:pt idx="1">
                        <c:v>Qwen2.5 3B</c:v>
                      </c:pt>
                      <c:pt idx="2">
                        <c:v>Qwen2.5 1.5B</c:v>
                      </c:pt>
                      <c:pt idx="3">
                        <c:v>Llama 3.2 1B</c:v>
                      </c:pt>
                    </c:strCache>
                  </c:strRef>
                </c:cat>
                <c:val>
                  <c:numRef>
                    <c:extLst>
                      <c:ext uri="{02D57815-91ED-43cb-92C2-25804820EDAC}">
                        <c15:formulaRef>
                          <c15:sqref>Sheet1!$C$2:$C$5</c15:sqref>
                        </c15:formulaRef>
                      </c:ext>
                    </c:extLst>
                    <c:numCache>
                      <c:formatCode>General</c:formatCode>
                      <c:ptCount val="4"/>
                    </c:numCache>
                  </c:numRef>
                </c:val>
                <c:extLst>
                  <c:ext xmlns:c16="http://schemas.microsoft.com/office/drawing/2014/chart" uri="{C3380CC4-5D6E-409C-BE32-E72D297353CC}">
                    <c16:uniqueId val="{00000001-06A4-4B47-B500-C3659ACDE3D9}"/>
                  </c:ext>
                </c:extLst>
              </c15:ser>
            </c15:filteredBarSeries>
            <c15:filteredBarSeries>
              <c15:ser>
                <c:idx val="2"/>
                <c:order val="2"/>
                <c:tx>
                  <c:strRef>
                    <c:extLst>
                      <c:ext xmlns:c15="http://schemas.microsoft.com/office/drawing/2012/chart" uri="{02D57815-91ED-43cb-92C2-25804820EDAC}">
                        <c15:formulaRef>
                          <c15:sqref>Sheet1!$D$1</c15:sqref>
                        </c15:formulaRef>
                      </c:ext>
                    </c:extLst>
                    <c:strCache>
                      <c:ptCount val="1"/>
                      <c:pt idx="0">
                        <c:v>Column2</c:v>
                      </c:pt>
                    </c:strCache>
                  </c:strRef>
                </c:tx>
                <c:spPr>
                  <a:solidFill>
                    <a:schemeClr val="accent3"/>
                  </a:solidFill>
                  <a:ln>
                    <a:noFill/>
                  </a:ln>
                  <a:effectLst/>
                </c:spPr>
                <c:invertIfNegative val="0"/>
                <c:cat>
                  <c:strRef>
                    <c:extLst>
                      <c:ext xmlns:c15="http://schemas.microsoft.com/office/drawing/2012/chart" uri="{02D57815-91ED-43cb-92C2-25804820EDAC}">
                        <c15:formulaRef>
                          <c15:sqref>Sheet1!$A$2:$A$5</c15:sqref>
                        </c15:formulaRef>
                      </c:ext>
                    </c:extLst>
                    <c:strCache>
                      <c:ptCount val="4"/>
                      <c:pt idx="0">
                        <c:v>Llama 3.2 3B</c:v>
                      </c:pt>
                      <c:pt idx="1">
                        <c:v>Qwen2.5 3B</c:v>
                      </c:pt>
                      <c:pt idx="2">
                        <c:v>Qwen2.5 1.5B</c:v>
                      </c:pt>
                      <c:pt idx="3">
                        <c:v>Llama 3.2 1B</c:v>
                      </c:pt>
                    </c:strCache>
                  </c:strRef>
                </c:cat>
                <c:val>
                  <c:numRef>
                    <c:extLst>
                      <c:ext xmlns:c15="http://schemas.microsoft.com/office/drawing/2012/chart" uri="{02D57815-91ED-43cb-92C2-25804820EDAC}">
                        <c15:formulaRef>
                          <c15:sqref>Sheet1!$D$2:$D$5</c15:sqref>
                        </c15:formulaRef>
                      </c:ext>
                    </c:extLst>
                    <c:numCache>
                      <c:formatCode>General</c:formatCode>
                      <c:ptCount val="4"/>
                    </c:numCache>
                  </c:numRef>
                </c:val>
                <c:extLst>
                  <c:ext xmlns:c16="http://schemas.microsoft.com/office/drawing/2014/chart" uri="{C3380CC4-5D6E-409C-BE32-E72D297353CC}">
                    <c16:uniqueId val="{00000002-06A4-4B47-B500-C3659ACDE3D9}"/>
                  </c:ext>
                </c:extLst>
              </c15:ser>
            </c15:filteredBarSeries>
          </c:ext>
        </c:extLst>
      </c:barChart>
      <c:catAx>
        <c:axId val="171721524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55994511"/>
        <c:crosses val="autoZero"/>
        <c:auto val="1"/>
        <c:lblAlgn val="ctr"/>
        <c:lblOffset val="100"/>
        <c:noMultiLvlLbl val="0"/>
      </c:catAx>
      <c:valAx>
        <c:axId val="1755994511"/>
        <c:scaling>
          <c:orientation val="minMax"/>
          <c:max val="110"/>
          <c:min val="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172152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4d2792e9d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4d2792e9d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0fb8bc67f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1125d80b419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 name="Google Shape;681;g1125d80b419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1125d80b419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1125d80b419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1125d80b419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1125d80b419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1125d80b4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1125d80b41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14e084505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14e084505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0" name="Google Shape;10;p2"/>
          <p:cNvGrpSpPr/>
          <p:nvPr/>
        </p:nvGrpSpPr>
        <p:grpSpPr>
          <a:xfrm>
            <a:off x="274200" y="274200"/>
            <a:ext cx="8687100" cy="4686600"/>
            <a:chOff x="274200" y="274200"/>
            <a:chExt cx="8687100" cy="4686600"/>
          </a:xfrm>
        </p:grpSpPr>
        <p:sp>
          <p:nvSpPr>
            <p:cNvPr id="11" name="Google Shape;11;p2"/>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274200" y="274200"/>
              <a:ext cx="8595900" cy="4595100"/>
              <a:chOff x="274200" y="274200"/>
              <a:chExt cx="8595900" cy="4595100"/>
            </a:xfrm>
          </p:grpSpPr>
          <p:grpSp>
            <p:nvGrpSpPr>
              <p:cNvPr id="13" name="Google Shape;13;p2"/>
              <p:cNvGrpSpPr/>
              <p:nvPr/>
            </p:nvGrpSpPr>
            <p:grpSpPr>
              <a:xfrm>
                <a:off x="274200" y="274200"/>
                <a:ext cx="8595900" cy="4595100"/>
                <a:chOff x="274200" y="274200"/>
                <a:chExt cx="8595900" cy="4595100"/>
              </a:xfrm>
            </p:grpSpPr>
            <p:sp>
              <p:nvSpPr>
                <p:cNvPr id="14" name="Google Shape;14;p2"/>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15;p2"/>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16" name="Google Shape;16;p2"/>
              <p:cNvGrpSpPr/>
              <p:nvPr/>
            </p:nvGrpSpPr>
            <p:grpSpPr>
              <a:xfrm>
                <a:off x="8595300" y="365550"/>
                <a:ext cx="183000" cy="183000"/>
                <a:chOff x="8225400" y="367488"/>
                <a:chExt cx="183000" cy="183000"/>
              </a:xfrm>
            </p:grpSpPr>
            <p:cxnSp>
              <p:nvCxnSpPr>
                <p:cNvPr id="17" name="Google Shape;17;p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9" name="Google Shape;19;p2"/>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 name="Google Shape;20;p2"/>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21" name="Google Shape;21;p2"/>
          <p:cNvGrpSpPr/>
          <p:nvPr/>
        </p:nvGrpSpPr>
        <p:grpSpPr>
          <a:xfrm>
            <a:off x="914400" y="535100"/>
            <a:ext cx="7406700" cy="4164575"/>
            <a:chOff x="914400" y="535100"/>
            <a:chExt cx="7406700" cy="4164575"/>
          </a:xfrm>
        </p:grpSpPr>
        <p:sp>
          <p:nvSpPr>
            <p:cNvPr id="22" name="Google Shape;22;p2"/>
            <p:cNvSpPr/>
            <p:nvPr/>
          </p:nvSpPr>
          <p:spPr>
            <a:xfrm>
              <a:off x="1005900" y="626275"/>
              <a:ext cx="7315200" cy="4073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 name="Google Shape;23;p2"/>
            <p:cNvGrpSpPr/>
            <p:nvPr/>
          </p:nvGrpSpPr>
          <p:grpSpPr>
            <a:xfrm>
              <a:off x="914400" y="535100"/>
              <a:ext cx="7315200" cy="4073400"/>
              <a:chOff x="914400" y="535100"/>
              <a:chExt cx="7315200" cy="4073400"/>
            </a:xfrm>
          </p:grpSpPr>
          <p:sp>
            <p:nvSpPr>
              <p:cNvPr id="24" name="Google Shape;24;p2"/>
              <p:cNvSpPr/>
              <p:nvPr/>
            </p:nvSpPr>
            <p:spPr>
              <a:xfrm>
                <a:off x="914400" y="535100"/>
                <a:ext cx="7315200" cy="4073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2"/>
              <p:cNvGrpSpPr/>
              <p:nvPr/>
            </p:nvGrpSpPr>
            <p:grpSpPr>
              <a:xfrm>
                <a:off x="7955100" y="626350"/>
                <a:ext cx="183000" cy="183000"/>
                <a:chOff x="8225400" y="367488"/>
                <a:chExt cx="183000" cy="183000"/>
              </a:xfrm>
            </p:grpSpPr>
            <p:cxnSp>
              <p:nvCxnSpPr>
                <p:cNvPr id="26" name="Google Shape;26;p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7" name="Google Shape;27;p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8" name="Google Shape;28;p2"/>
              <p:cNvSpPr/>
              <p:nvPr/>
            </p:nvSpPr>
            <p:spPr>
              <a:xfrm>
                <a:off x="7635000" y="6263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 name="Google Shape;29;p2"/>
              <p:cNvCxnSpPr/>
              <p:nvPr/>
            </p:nvCxnSpPr>
            <p:spPr>
              <a:xfrm>
                <a:off x="7284899" y="8093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30" name="Google Shape;30;p2"/>
              <p:cNvCxnSpPr/>
              <p:nvPr/>
            </p:nvCxnSpPr>
            <p:spPr>
              <a:xfrm>
                <a:off x="916188" y="900697"/>
                <a:ext cx="7310400" cy="0"/>
              </a:xfrm>
              <a:prstGeom prst="straightConnector1">
                <a:avLst/>
              </a:prstGeom>
              <a:noFill/>
              <a:ln w="28575" cap="flat" cmpd="sng">
                <a:solidFill>
                  <a:schemeClr val="dk1"/>
                </a:solidFill>
                <a:prstDash val="solid"/>
                <a:round/>
                <a:headEnd type="none" w="med" len="med"/>
                <a:tailEnd type="none" w="med" len="med"/>
              </a:ln>
            </p:spPr>
          </p:cxnSp>
        </p:grpSp>
      </p:grpSp>
      <p:sp>
        <p:nvSpPr>
          <p:cNvPr id="31" name="Google Shape;31;p2"/>
          <p:cNvSpPr txBox="1">
            <a:spLocks noGrp="1"/>
          </p:cNvSpPr>
          <p:nvPr>
            <p:ph type="ctrTitle"/>
          </p:nvPr>
        </p:nvSpPr>
        <p:spPr>
          <a:xfrm>
            <a:off x="1828800" y="1174903"/>
            <a:ext cx="5486400" cy="2469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32" name="Google Shape;32;p2"/>
          <p:cNvSpPr txBox="1">
            <a:spLocks noGrp="1"/>
          </p:cNvSpPr>
          <p:nvPr>
            <p:ph type="subTitle" idx="1"/>
          </p:nvPr>
        </p:nvSpPr>
        <p:spPr>
          <a:xfrm>
            <a:off x="1828800" y="3877100"/>
            <a:ext cx="5486400" cy="3657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pic>
        <p:nvPicPr>
          <p:cNvPr id="34" name="Google Shape;34;p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5" name="Google Shape;35;p3"/>
          <p:cNvGrpSpPr/>
          <p:nvPr/>
        </p:nvGrpSpPr>
        <p:grpSpPr>
          <a:xfrm>
            <a:off x="1371300" y="742950"/>
            <a:ext cx="6492300" cy="3749100"/>
            <a:chOff x="1371300" y="742950"/>
            <a:chExt cx="6492300" cy="3749100"/>
          </a:xfrm>
        </p:grpSpPr>
        <p:sp>
          <p:nvSpPr>
            <p:cNvPr id="36" name="Google Shape;36;p3"/>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3"/>
            <p:cNvGrpSpPr/>
            <p:nvPr/>
          </p:nvGrpSpPr>
          <p:grpSpPr>
            <a:xfrm>
              <a:off x="1371300" y="742950"/>
              <a:ext cx="6401400" cy="3657600"/>
              <a:chOff x="1371300" y="742950"/>
              <a:chExt cx="6401400" cy="3657600"/>
            </a:xfrm>
          </p:grpSpPr>
          <p:sp>
            <p:nvSpPr>
              <p:cNvPr id="38" name="Google Shape;38;p3"/>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3"/>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40" name="Google Shape;40;p3"/>
              <p:cNvGrpSpPr/>
              <p:nvPr/>
            </p:nvGrpSpPr>
            <p:grpSpPr>
              <a:xfrm>
                <a:off x="7498200" y="834288"/>
                <a:ext cx="183000" cy="183000"/>
                <a:chOff x="8225400" y="367488"/>
                <a:chExt cx="183000" cy="183000"/>
              </a:xfrm>
            </p:grpSpPr>
            <p:cxnSp>
              <p:nvCxnSpPr>
                <p:cNvPr id="41" name="Google Shape;41;p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42" name="Google Shape;42;p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43" name="Google Shape;43;p3"/>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3"/>
              <p:cNvCxnSpPr/>
              <p:nvPr/>
            </p:nvCxnSpPr>
            <p:spPr>
              <a:xfrm>
                <a:off x="6827699" y="1017288"/>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45" name="Google Shape;45;p3"/>
          <p:cNvSpPr txBox="1">
            <a:spLocks noGrp="1"/>
          </p:cNvSpPr>
          <p:nvPr>
            <p:ph type="title"/>
          </p:nvPr>
        </p:nvSpPr>
        <p:spPr>
          <a:xfrm>
            <a:off x="1828800" y="2114550"/>
            <a:ext cx="5486400" cy="914400"/>
          </a:xfrm>
          <a:prstGeom prst="rect">
            <a:avLst/>
          </a:prstGeom>
        </p:spPr>
        <p:txBody>
          <a:bodyPr spcFirstLastPara="1" wrap="square" lIns="91425" tIns="91425" rIns="91425" bIns="91425" anchor="t"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46" name="Google Shape;46;p3"/>
          <p:cNvSpPr txBox="1">
            <a:spLocks noGrp="1"/>
          </p:cNvSpPr>
          <p:nvPr>
            <p:ph type="title" idx="2" hasCustomPrompt="1"/>
          </p:nvPr>
        </p:nvSpPr>
        <p:spPr>
          <a:xfrm>
            <a:off x="947550" y="679350"/>
            <a:ext cx="1368300" cy="137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7" name="Google Shape;47;p3"/>
          <p:cNvSpPr txBox="1">
            <a:spLocks noGrp="1"/>
          </p:cNvSpPr>
          <p:nvPr>
            <p:ph type="subTitle" idx="1"/>
          </p:nvPr>
        </p:nvSpPr>
        <p:spPr>
          <a:xfrm>
            <a:off x="2286000" y="3952891"/>
            <a:ext cx="4572000" cy="4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pic>
        <p:nvPicPr>
          <p:cNvPr id="82" name="Google Shape;82;p6"/>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83" name="Google Shape;83;p6"/>
          <p:cNvGrpSpPr/>
          <p:nvPr/>
        </p:nvGrpSpPr>
        <p:grpSpPr>
          <a:xfrm>
            <a:off x="274200" y="274200"/>
            <a:ext cx="8687100" cy="4686600"/>
            <a:chOff x="274200" y="274200"/>
            <a:chExt cx="8687100" cy="4686600"/>
          </a:xfrm>
        </p:grpSpPr>
        <p:sp>
          <p:nvSpPr>
            <p:cNvPr id="84" name="Google Shape;84;p6"/>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6"/>
            <p:cNvGrpSpPr/>
            <p:nvPr/>
          </p:nvGrpSpPr>
          <p:grpSpPr>
            <a:xfrm>
              <a:off x="274200" y="274200"/>
              <a:ext cx="8595900" cy="4595100"/>
              <a:chOff x="274200" y="274200"/>
              <a:chExt cx="8595900" cy="4595100"/>
            </a:xfrm>
          </p:grpSpPr>
          <p:grpSp>
            <p:nvGrpSpPr>
              <p:cNvPr id="86" name="Google Shape;86;p6"/>
              <p:cNvGrpSpPr/>
              <p:nvPr/>
            </p:nvGrpSpPr>
            <p:grpSpPr>
              <a:xfrm>
                <a:off x="274200" y="274200"/>
                <a:ext cx="8595900" cy="4595100"/>
                <a:chOff x="274200" y="274200"/>
                <a:chExt cx="8595900" cy="4595100"/>
              </a:xfrm>
            </p:grpSpPr>
            <p:sp>
              <p:nvSpPr>
                <p:cNvPr id="87" name="Google Shape;87;p6"/>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 name="Google Shape;88;p6"/>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89" name="Google Shape;89;p6"/>
              <p:cNvGrpSpPr/>
              <p:nvPr/>
            </p:nvGrpSpPr>
            <p:grpSpPr>
              <a:xfrm>
                <a:off x="8595300" y="365550"/>
                <a:ext cx="183000" cy="183000"/>
                <a:chOff x="8225400" y="367488"/>
                <a:chExt cx="183000" cy="183000"/>
              </a:xfrm>
            </p:grpSpPr>
            <p:cxnSp>
              <p:nvCxnSpPr>
                <p:cNvPr id="90" name="Google Shape;90;p6"/>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91" name="Google Shape;91;p6"/>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92" name="Google Shape;92;p6"/>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3" name="Google Shape;93;p6"/>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94" name="Google Shape;94;p6"/>
          <p:cNvSpPr txBox="1">
            <a:spLocks noGrp="1"/>
          </p:cNvSpPr>
          <p:nvPr>
            <p:ph type="title"/>
          </p:nvPr>
        </p:nvSpPr>
        <p:spPr>
          <a:xfrm>
            <a:off x="715125" y="731525"/>
            <a:ext cx="77139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5"/>
        <p:cNvGrpSpPr/>
        <p:nvPr/>
      </p:nvGrpSpPr>
      <p:grpSpPr>
        <a:xfrm>
          <a:off x="0" y="0"/>
          <a:ext cx="0" cy="0"/>
          <a:chOff x="0" y="0"/>
          <a:chExt cx="0" cy="0"/>
        </a:xfrm>
      </p:grpSpPr>
      <p:pic>
        <p:nvPicPr>
          <p:cNvPr id="96" name="Google Shape;96;p7"/>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97" name="Google Shape;97;p7"/>
          <p:cNvGrpSpPr/>
          <p:nvPr/>
        </p:nvGrpSpPr>
        <p:grpSpPr>
          <a:xfrm>
            <a:off x="1438985" y="535000"/>
            <a:ext cx="5919000" cy="4425900"/>
            <a:chOff x="274200" y="274200"/>
            <a:chExt cx="5919000" cy="4425900"/>
          </a:xfrm>
        </p:grpSpPr>
        <p:sp>
          <p:nvSpPr>
            <p:cNvPr id="98" name="Google Shape;98;p7"/>
            <p:cNvSpPr/>
            <p:nvPr/>
          </p:nvSpPr>
          <p:spPr>
            <a:xfrm>
              <a:off x="365700" y="365700"/>
              <a:ext cx="5827500" cy="4334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 name="Google Shape;99;p7"/>
            <p:cNvGrpSpPr/>
            <p:nvPr/>
          </p:nvGrpSpPr>
          <p:grpSpPr>
            <a:xfrm>
              <a:off x="274200" y="274200"/>
              <a:ext cx="5827500" cy="4334400"/>
              <a:chOff x="274200" y="274200"/>
              <a:chExt cx="5827500" cy="4334400"/>
            </a:xfrm>
          </p:grpSpPr>
          <p:sp>
            <p:nvSpPr>
              <p:cNvPr id="100" name="Google Shape;100;p7"/>
              <p:cNvSpPr/>
              <p:nvPr/>
            </p:nvSpPr>
            <p:spPr>
              <a:xfrm>
                <a:off x="274200" y="274200"/>
                <a:ext cx="5827500" cy="4334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 name="Google Shape;101;p7"/>
              <p:cNvGrpSpPr/>
              <p:nvPr/>
            </p:nvGrpSpPr>
            <p:grpSpPr>
              <a:xfrm>
                <a:off x="5827100" y="365450"/>
                <a:ext cx="183000" cy="183000"/>
                <a:chOff x="8225400" y="367488"/>
                <a:chExt cx="183000" cy="183000"/>
              </a:xfrm>
            </p:grpSpPr>
            <p:cxnSp>
              <p:nvCxnSpPr>
                <p:cNvPr id="102" name="Google Shape;102;p7"/>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03" name="Google Shape;103;p7"/>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04" name="Google Shape;104;p7"/>
              <p:cNvSpPr/>
              <p:nvPr/>
            </p:nvSpPr>
            <p:spPr>
              <a:xfrm>
                <a:off x="5507000" y="3654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5" name="Google Shape;105;p7"/>
              <p:cNvCxnSpPr/>
              <p:nvPr/>
            </p:nvCxnSpPr>
            <p:spPr>
              <a:xfrm>
                <a:off x="5156899" y="5484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106" name="Google Shape;106;p7"/>
              <p:cNvCxnSpPr/>
              <p:nvPr/>
            </p:nvCxnSpPr>
            <p:spPr>
              <a:xfrm>
                <a:off x="283500" y="639800"/>
                <a:ext cx="58152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107" name="Google Shape;107;p7"/>
          <p:cNvGrpSpPr/>
          <p:nvPr/>
        </p:nvGrpSpPr>
        <p:grpSpPr>
          <a:xfrm>
            <a:off x="274200" y="274200"/>
            <a:ext cx="5919000" cy="4425900"/>
            <a:chOff x="274200" y="274200"/>
            <a:chExt cx="5919000" cy="4425900"/>
          </a:xfrm>
        </p:grpSpPr>
        <p:sp>
          <p:nvSpPr>
            <p:cNvPr id="108" name="Google Shape;108;p7"/>
            <p:cNvSpPr/>
            <p:nvPr/>
          </p:nvSpPr>
          <p:spPr>
            <a:xfrm>
              <a:off x="365700" y="365700"/>
              <a:ext cx="5827500" cy="4334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7"/>
            <p:cNvGrpSpPr/>
            <p:nvPr/>
          </p:nvGrpSpPr>
          <p:grpSpPr>
            <a:xfrm>
              <a:off x="274200" y="274200"/>
              <a:ext cx="5827500" cy="4334400"/>
              <a:chOff x="274200" y="274200"/>
              <a:chExt cx="5827500" cy="4334400"/>
            </a:xfrm>
          </p:grpSpPr>
          <p:sp>
            <p:nvSpPr>
              <p:cNvPr id="110" name="Google Shape;110;p7"/>
              <p:cNvSpPr/>
              <p:nvPr/>
            </p:nvSpPr>
            <p:spPr>
              <a:xfrm>
                <a:off x="274200" y="274200"/>
                <a:ext cx="5827500" cy="4334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7"/>
              <p:cNvGrpSpPr/>
              <p:nvPr/>
            </p:nvGrpSpPr>
            <p:grpSpPr>
              <a:xfrm>
                <a:off x="5827100" y="365450"/>
                <a:ext cx="183000" cy="183000"/>
                <a:chOff x="8225400" y="367488"/>
                <a:chExt cx="183000" cy="183000"/>
              </a:xfrm>
            </p:grpSpPr>
            <p:cxnSp>
              <p:nvCxnSpPr>
                <p:cNvPr id="112" name="Google Shape;112;p7"/>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13" name="Google Shape;113;p7"/>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14" name="Google Shape;114;p7"/>
              <p:cNvSpPr/>
              <p:nvPr/>
            </p:nvSpPr>
            <p:spPr>
              <a:xfrm>
                <a:off x="5507000" y="3654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5" name="Google Shape;115;p7"/>
              <p:cNvCxnSpPr/>
              <p:nvPr/>
            </p:nvCxnSpPr>
            <p:spPr>
              <a:xfrm>
                <a:off x="5156899" y="5484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116" name="Google Shape;116;p7"/>
              <p:cNvCxnSpPr/>
              <p:nvPr/>
            </p:nvCxnSpPr>
            <p:spPr>
              <a:xfrm>
                <a:off x="283500" y="639800"/>
                <a:ext cx="5815200" cy="0"/>
              </a:xfrm>
              <a:prstGeom prst="straightConnector1">
                <a:avLst/>
              </a:prstGeom>
              <a:noFill/>
              <a:ln w="28575" cap="flat" cmpd="sng">
                <a:solidFill>
                  <a:schemeClr val="dk1"/>
                </a:solidFill>
                <a:prstDash val="solid"/>
                <a:round/>
                <a:headEnd type="none" w="med" len="med"/>
                <a:tailEnd type="none" w="med" len="med"/>
              </a:ln>
            </p:spPr>
          </p:cxnSp>
        </p:grpSp>
      </p:grpSp>
      <p:sp>
        <p:nvSpPr>
          <p:cNvPr id="117" name="Google Shape;117;p7"/>
          <p:cNvSpPr txBox="1">
            <a:spLocks noGrp="1"/>
          </p:cNvSpPr>
          <p:nvPr>
            <p:ph type="title"/>
          </p:nvPr>
        </p:nvSpPr>
        <p:spPr>
          <a:xfrm>
            <a:off x="714250" y="731525"/>
            <a:ext cx="5015700" cy="68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a:endParaRPr/>
          </a:p>
        </p:txBody>
      </p:sp>
      <p:sp>
        <p:nvSpPr>
          <p:cNvPr id="118" name="Google Shape;118;p7"/>
          <p:cNvSpPr txBox="1">
            <a:spLocks noGrp="1"/>
          </p:cNvSpPr>
          <p:nvPr>
            <p:ph type="body" idx="1"/>
          </p:nvPr>
        </p:nvSpPr>
        <p:spPr>
          <a:xfrm>
            <a:off x="715850" y="1600325"/>
            <a:ext cx="5019900" cy="2564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18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83"/>
        <p:cNvGrpSpPr/>
        <p:nvPr/>
      </p:nvGrpSpPr>
      <p:grpSpPr>
        <a:xfrm>
          <a:off x="0" y="0"/>
          <a:ext cx="0" cy="0"/>
          <a:chOff x="0" y="0"/>
          <a:chExt cx="0" cy="0"/>
        </a:xfrm>
      </p:grpSpPr>
      <p:pic>
        <p:nvPicPr>
          <p:cNvPr id="184" name="Google Shape;184;p1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85" name="Google Shape;185;p13"/>
          <p:cNvGrpSpPr/>
          <p:nvPr/>
        </p:nvGrpSpPr>
        <p:grpSpPr>
          <a:xfrm>
            <a:off x="274200" y="274200"/>
            <a:ext cx="8687100" cy="4686600"/>
            <a:chOff x="274200" y="274200"/>
            <a:chExt cx="8687100" cy="4686600"/>
          </a:xfrm>
        </p:grpSpPr>
        <p:sp>
          <p:nvSpPr>
            <p:cNvPr id="186" name="Google Shape;186;p13"/>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 name="Google Shape;187;p13"/>
            <p:cNvGrpSpPr/>
            <p:nvPr/>
          </p:nvGrpSpPr>
          <p:grpSpPr>
            <a:xfrm>
              <a:off x="274200" y="274200"/>
              <a:ext cx="8595900" cy="4595100"/>
              <a:chOff x="274200" y="274200"/>
              <a:chExt cx="8595900" cy="4595100"/>
            </a:xfrm>
          </p:grpSpPr>
          <p:grpSp>
            <p:nvGrpSpPr>
              <p:cNvPr id="188" name="Google Shape;188;p13"/>
              <p:cNvGrpSpPr/>
              <p:nvPr/>
            </p:nvGrpSpPr>
            <p:grpSpPr>
              <a:xfrm>
                <a:off x="274200" y="274200"/>
                <a:ext cx="8595900" cy="4595100"/>
                <a:chOff x="274200" y="274200"/>
                <a:chExt cx="8595900" cy="4595100"/>
              </a:xfrm>
            </p:grpSpPr>
            <p:sp>
              <p:nvSpPr>
                <p:cNvPr id="189" name="Google Shape;189;p13"/>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0" name="Google Shape;190;p13"/>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191" name="Google Shape;191;p13"/>
              <p:cNvGrpSpPr/>
              <p:nvPr/>
            </p:nvGrpSpPr>
            <p:grpSpPr>
              <a:xfrm>
                <a:off x="8595300" y="365550"/>
                <a:ext cx="183000" cy="183000"/>
                <a:chOff x="8225400" y="367488"/>
                <a:chExt cx="183000" cy="183000"/>
              </a:xfrm>
            </p:grpSpPr>
            <p:cxnSp>
              <p:nvCxnSpPr>
                <p:cNvPr id="192" name="Google Shape;192;p1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93" name="Google Shape;193;p1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94" name="Google Shape;194;p13"/>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5" name="Google Shape;195;p13"/>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196" name="Google Shape;196;p13"/>
          <p:cNvSpPr txBox="1">
            <a:spLocks noGrp="1"/>
          </p:cNvSpPr>
          <p:nvPr>
            <p:ph type="subTitle" idx="1"/>
          </p:nvPr>
        </p:nvSpPr>
        <p:spPr>
          <a:xfrm>
            <a:off x="1957976" y="1802875"/>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7" name="Google Shape;197;p13"/>
          <p:cNvSpPr txBox="1">
            <a:spLocks noGrp="1"/>
          </p:cNvSpPr>
          <p:nvPr>
            <p:ph type="subTitle" idx="2"/>
          </p:nvPr>
        </p:nvSpPr>
        <p:spPr>
          <a:xfrm>
            <a:off x="1957956" y="3399150"/>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8" name="Google Shape;198;p13"/>
          <p:cNvSpPr txBox="1">
            <a:spLocks noGrp="1"/>
          </p:cNvSpPr>
          <p:nvPr>
            <p:ph type="subTitle" idx="3"/>
          </p:nvPr>
        </p:nvSpPr>
        <p:spPr>
          <a:xfrm>
            <a:off x="5997466" y="1803588"/>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9" name="Google Shape;199;p13"/>
          <p:cNvSpPr txBox="1">
            <a:spLocks noGrp="1"/>
          </p:cNvSpPr>
          <p:nvPr>
            <p:ph type="subTitle" idx="4"/>
          </p:nvPr>
        </p:nvSpPr>
        <p:spPr>
          <a:xfrm>
            <a:off x="6043506" y="3399143"/>
            <a:ext cx="22860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0" name="Google Shape;200;p13"/>
          <p:cNvSpPr txBox="1">
            <a:spLocks noGrp="1"/>
          </p:cNvSpPr>
          <p:nvPr>
            <p:ph type="title" hasCustomPrompt="1"/>
          </p:nvPr>
        </p:nvSpPr>
        <p:spPr>
          <a:xfrm>
            <a:off x="769317" y="1802875"/>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1" name="Google Shape;201;p13"/>
          <p:cNvSpPr txBox="1">
            <a:spLocks noGrp="1"/>
          </p:cNvSpPr>
          <p:nvPr>
            <p:ph type="subTitle" idx="5"/>
          </p:nvPr>
        </p:nvSpPr>
        <p:spPr>
          <a:xfrm>
            <a:off x="1957976" y="2261521"/>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2" name="Google Shape;202;p13"/>
          <p:cNvSpPr txBox="1">
            <a:spLocks noGrp="1"/>
          </p:cNvSpPr>
          <p:nvPr>
            <p:ph type="title" idx="6" hasCustomPrompt="1"/>
          </p:nvPr>
        </p:nvSpPr>
        <p:spPr>
          <a:xfrm>
            <a:off x="4808859" y="1803600"/>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3" name="Google Shape;203;p13"/>
          <p:cNvSpPr txBox="1">
            <a:spLocks noGrp="1"/>
          </p:cNvSpPr>
          <p:nvPr>
            <p:ph type="subTitle" idx="7"/>
          </p:nvPr>
        </p:nvSpPr>
        <p:spPr>
          <a:xfrm>
            <a:off x="5997466" y="2260800"/>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4" name="Google Shape;204;p13"/>
          <p:cNvSpPr txBox="1">
            <a:spLocks noGrp="1"/>
          </p:cNvSpPr>
          <p:nvPr>
            <p:ph type="title" idx="8" hasCustomPrompt="1"/>
          </p:nvPr>
        </p:nvSpPr>
        <p:spPr>
          <a:xfrm>
            <a:off x="769347" y="3399150"/>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5" name="Google Shape;205;p13"/>
          <p:cNvSpPr txBox="1">
            <a:spLocks noGrp="1"/>
          </p:cNvSpPr>
          <p:nvPr>
            <p:ph type="subTitle" idx="9"/>
          </p:nvPr>
        </p:nvSpPr>
        <p:spPr>
          <a:xfrm>
            <a:off x="1957956" y="3856343"/>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6" name="Google Shape;206;p13"/>
          <p:cNvSpPr txBox="1">
            <a:spLocks noGrp="1"/>
          </p:cNvSpPr>
          <p:nvPr>
            <p:ph type="title" idx="13" hasCustomPrompt="1"/>
          </p:nvPr>
        </p:nvSpPr>
        <p:spPr>
          <a:xfrm>
            <a:off x="4854897" y="3399143"/>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7" name="Google Shape;207;p13"/>
          <p:cNvSpPr txBox="1">
            <a:spLocks noGrp="1"/>
          </p:cNvSpPr>
          <p:nvPr>
            <p:ph type="subTitle" idx="14"/>
          </p:nvPr>
        </p:nvSpPr>
        <p:spPr>
          <a:xfrm>
            <a:off x="6043506" y="3856343"/>
            <a:ext cx="22860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8" name="Google Shape;208;p13"/>
          <p:cNvSpPr txBox="1">
            <a:spLocks noGrp="1"/>
          </p:cNvSpPr>
          <p:nvPr>
            <p:ph type="title" idx="15"/>
          </p:nvPr>
        </p:nvSpPr>
        <p:spPr>
          <a:xfrm>
            <a:off x="715650" y="731525"/>
            <a:ext cx="77133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277"/>
        <p:cNvGrpSpPr/>
        <p:nvPr/>
      </p:nvGrpSpPr>
      <p:grpSpPr>
        <a:xfrm>
          <a:off x="0" y="0"/>
          <a:ext cx="0" cy="0"/>
          <a:chOff x="0" y="0"/>
          <a:chExt cx="0" cy="0"/>
        </a:xfrm>
      </p:grpSpPr>
      <p:pic>
        <p:nvPicPr>
          <p:cNvPr id="278" name="Google Shape;278;p18"/>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79" name="Google Shape;279;p18"/>
          <p:cNvGrpSpPr/>
          <p:nvPr/>
        </p:nvGrpSpPr>
        <p:grpSpPr>
          <a:xfrm>
            <a:off x="274200" y="274200"/>
            <a:ext cx="8687100" cy="4686600"/>
            <a:chOff x="274200" y="274200"/>
            <a:chExt cx="8687100" cy="4686600"/>
          </a:xfrm>
        </p:grpSpPr>
        <p:sp>
          <p:nvSpPr>
            <p:cNvPr id="280" name="Google Shape;280;p18"/>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 name="Google Shape;281;p18"/>
            <p:cNvGrpSpPr/>
            <p:nvPr/>
          </p:nvGrpSpPr>
          <p:grpSpPr>
            <a:xfrm>
              <a:off x="274200" y="274200"/>
              <a:ext cx="8595900" cy="4595100"/>
              <a:chOff x="274200" y="274200"/>
              <a:chExt cx="8595900" cy="4595100"/>
            </a:xfrm>
          </p:grpSpPr>
          <p:grpSp>
            <p:nvGrpSpPr>
              <p:cNvPr id="282" name="Google Shape;282;p18"/>
              <p:cNvGrpSpPr/>
              <p:nvPr/>
            </p:nvGrpSpPr>
            <p:grpSpPr>
              <a:xfrm>
                <a:off x="274200" y="274200"/>
                <a:ext cx="8595900" cy="4595100"/>
                <a:chOff x="274200" y="274200"/>
                <a:chExt cx="8595900" cy="4595100"/>
              </a:xfrm>
            </p:grpSpPr>
            <p:sp>
              <p:nvSpPr>
                <p:cNvPr id="283" name="Google Shape;283;p18"/>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4" name="Google Shape;284;p18"/>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285" name="Google Shape;285;p18"/>
              <p:cNvGrpSpPr/>
              <p:nvPr/>
            </p:nvGrpSpPr>
            <p:grpSpPr>
              <a:xfrm>
                <a:off x="8595300" y="365550"/>
                <a:ext cx="183000" cy="183000"/>
                <a:chOff x="8225400" y="367488"/>
                <a:chExt cx="183000" cy="183000"/>
              </a:xfrm>
            </p:grpSpPr>
            <p:cxnSp>
              <p:nvCxnSpPr>
                <p:cNvPr id="286" name="Google Shape;286;p18"/>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87" name="Google Shape;287;p18"/>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88" name="Google Shape;288;p18"/>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9" name="Google Shape;289;p18"/>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290" name="Google Shape;290;p18"/>
          <p:cNvSpPr txBox="1">
            <a:spLocks noGrp="1"/>
          </p:cNvSpPr>
          <p:nvPr>
            <p:ph type="title"/>
          </p:nvPr>
        </p:nvSpPr>
        <p:spPr>
          <a:xfrm>
            <a:off x="713232" y="731520"/>
            <a:ext cx="77175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1" name="Google Shape;291;p18"/>
          <p:cNvSpPr txBox="1">
            <a:spLocks noGrp="1"/>
          </p:cNvSpPr>
          <p:nvPr>
            <p:ph type="subTitle" idx="1"/>
          </p:nvPr>
        </p:nvSpPr>
        <p:spPr>
          <a:xfrm>
            <a:off x="780350" y="2571436"/>
            <a:ext cx="21972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92" name="Google Shape;292;p18"/>
          <p:cNvSpPr txBox="1">
            <a:spLocks noGrp="1"/>
          </p:cNvSpPr>
          <p:nvPr>
            <p:ph type="subTitle" idx="2"/>
          </p:nvPr>
        </p:nvSpPr>
        <p:spPr>
          <a:xfrm>
            <a:off x="781700" y="3053825"/>
            <a:ext cx="21945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3" name="Google Shape;293;p18"/>
          <p:cNvSpPr txBox="1">
            <a:spLocks noGrp="1"/>
          </p:cNvSpPr>
          <p:nvPr>
            <p:ph type="subTitle" idx="3"/>
          </p:nvPr>
        </p:nvSpPr>
        <p:spPr>
          <a:xfrm>
            <a:off x="3474800" y="3053825"/>
            <a:ext cx="21945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4" name="Google Shape;294;p18"/>
          <p:cNvSpPr txBox="1">
            <a:spLocks noGrp="1"/>
          </p:cNvSpPr>
          <p:nvPr>
            <p:ph type="subTitle" idx="4"/>
          </p:nvPr>
        </p:nvSpPr>
        <p:spPr>
          <a:xfrm>
            <a:off x="6167776" y="3053833"/>
            <a:ext cx="21945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5" name="Google Shape;295;p18"/>
          <p:cNvSpPr txBox="1">
            <a:spLocks noGrp="1"/>
          </p:cNvSpPr>
          <p:nvPr>
            <p:ph type="subTitle" idx="5"/>
          </p:nvPr>
        </p:nvSpPr>
        <p:spPr>
          <a:xfrm>
            <a:off x="3474800" y="2571425"/>
            <a:ext cx="21945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96" name="Google Shape;296;p18"/>
          <p:cNvSpPr txBox="1">
            <a:spLocks noGrp="1"/>
          </p:cNvSpPr>
          <p:nvPr>
            <p:ph type="subTitle" idx="6"/>
          </p:nvPr>
        </p:nvSpPr>
        <p:spPr>
          <a:xfrm>
            <a:off x="6167776" y="2571426"/>
            <a:ext cx="21945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317"/>
        <p:cNvGrpSpPr/>
        <p:nvPr/>
      </p:nvGrpSpPr>
      <p:grpSpPr>
        <a:xfrm>
          <a:off x="0" y="0"/>
          <a:ext cx="0" cy="0"/>
          <a:chOff x="0" y="0"/>
          <a:chExt cx="0" cy="0"/>
        </a:xfrm>
      </p:grpSpPr>
      <p:pic>
        <p:nvPicPr>
          <p:cNvPr id="318" name="Google Shape;318;p20"/>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19" name="Google Shape;319;p20"/>
          <p:cNvGrpSpPr/>
          <p:nvPr/>
        </p:nvGrpSpPr>
        <p:grpSpPr>
          <a:xfrm>
            <a:off x="274200" y="274200"/>
            <a:ext cx="8687100" cy="4686600"/>
            <a:chOff x="274200" y="274200"/>
            <a:chExt cx="8687100" cy="4686600"/>
          </a:xfrm>
        </p:grpSpPr>
        <p:sp>
          <p:nvSpPr>
            <p:cNvPr id="320" name="Google Shape;320;p20"/>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1" name="Google Shape;321;p20"/>
            <p:cNvGrpSpPr/>
            <p:nvPr/>
          </p:nvGrpSpPr>
          <p:grpSpPr>
            <a:xfrm>
              <a:off x="274200" y="274200"/>
              <a:ext cx="8595900" cy="4595100"/>
              <a:chOff x="274200" y="274200"/>
              <a:chExt cx="8595900" cy="4595100"/>
            </a:xfrm>
          </p:grpSpPr>
          <p:grpSp>
            <p:nvGrpSpPr>
              <p:cNvPr id="322" name="Google Shape;322;p20"/>
              <p:cNvGrpSpPr/>
              <p:nvPr/>
            </p:nvGrpSpPr>
            <p:grpSpPr>
              <a:xfrm>
                <a:off x="274200" y="274200"/>
                <a:ext cx="8595900" cy="4595100"/>
                <a:chOff x="274200" y="274200"/>
                <a:chExt cx="8595900" cy="4595100"/>
              </a:xfrm>
            </p:grpSpPr>
            <p:sp>
              <p:nvSpPr>
                <p:cNvPr id="323" name="Google Shape;323;p20"/>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4" name="Google Shape;324;p20"/>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325" name="Google Shape;325;p20"/>
              <p:cNvGrpSpPr/>
              <p:nvPr/>
            </p:nvGrpSpPr>
            <p:grpSpPr>
              <a:xfrm>
                <a:off x="8595300" y="365550"/>
                <a:ext cx="183000" cy="183000"/>
                <a:chOff x="8225400" y="367488"/>
                <a:chExt cx="183000" cy="183000"/>
              </a:xfrm>
            </p:grpSpPr>
            <p:cxnSp>
              <p:nvCxnSpPr>
                <p:cNvPr id="326" name="Google Shape;326;p20"/>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327" name="Google Shape;327;p20"/>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328" name="Google Shape;328;p20"/>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9" name="Google Shape;329;p20"/>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330" name="Google Shape;330;p20"/>
          <p:cNvSpPr txBox="1">
            <a:spLocks noGrp="1"/>
          </p:cNvSpPr>
          <p:nvPr>
            <p:ph type="title"/>
          </p:nvPr>
        </p:nvSpPr>
        <p:spPr>
          <a:xfrm>
            <a:off x="715100" y="731400"/>
            <a:ext cx="77139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1" name="Google Shape;331;p20"/>
          <p:cNvSpPr txBox="1">
            <a:spLocks noGrp="1"/>
          </p:cNvSpPr>
          <p:nvPr>
            <p:ph type="subTitle" idx="1"/>
          </p:nvPr>
        </p:nvSpPr>
        <p:spPr>
          <a:xfrm>
            <a:off x="5918599" y="3396625"/>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32" name="Google Shape;332;p20"/>
          <p:cNvSpPr txBox="1">
            <a:spLocks noGrp="1"/>
          </p:cNvSpPr>
          <p:nvPr>
            <p:ph type="subTitle" idx="2"/>
          </p:nvPr>
        </p:nvSpPr>
        <p:spPr>
          <a:xfrm>
            <a:off x="5918599" y="3855625"/>
            <a:ext cx="2377500" cy="640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3" name="Google Shape;333;p20"/>
          <p:cNvSpPr txBox="1">
            <a:spLocks noGrp="1"/>
          </p:cNvSpPr>
          <p:nvPr>
            <p:ph type="subTitle" idx="3"/>
          </p:nvPr>
        </p:nvSpPr>
        <p:spPr>
          <a:xfrm>
            <a:off x="1878800" y="2263125"/>
            <a:ext cx="2377500" cy="640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4" name="Google Shape;334;p20"/>
          <p:cNvSpPr txBox="1">
            <a:spLocks noGrp="1"/>
          </p:cNvSpPr>
          <p:nvPr>
            <p:ph type="subTitle" idx="4"/>
          </p:nvPr>
        </p:nvSpPr>
        <p:spPr>
          <a:xfrm>
            <a:off x="1878800" y="3855634"/>
            <a:ext cx="2377500" cy="640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5" name="Google Shape;335;p20"/>
          <p:cNvSpPr txBox="1">
            <a:spLocks noGrp="1"/>
          </p:cNvSpPr>
          <p:nvPr>
            <p:ph type="subTitle" idx="5"/>
          </p:nvPr>
        </p:nvSpPr>
        <p:spPr>
          <a:xfrm>
            <a:off x="5918599" y="2260100"/>
            <a:ext cx="2377500" cy="640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6" name="Google Shape;336;p20"/>
          <p:cNvSpPr txBox="1">
            <a:spLocks noGrp="1"/>
          </p:cNvSpPr>
          <p:nvPr>
            <p:ph type="subTitle" idx="6"/>
          </p:nvPr>
        </p:nvSpPr>
        <p:spPr>
          <a:xfrm>
            <a:off x="1878800" y="3396625"/>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37" name="Google Shape;337;p20"/>
          <p:cNvSpPr txBox="1">
            <a:spLocks noGrp="1"/>
          </p:cNvSpPr>
          <p:nvPr>
            <p:ph type="subTitle" idx="7"/>
          </p:nvPr>
        </p:nvSpPr>
        <p:spPr>
          <a:xfrm>
            <a:off x="1878800" y="1801544"/>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38" name="Google Shape;338;p20"/>
          <p:cNvSpPr txBox="1">
            <a:spLocks noGrp="1"/>
          </p:cNvSpPr>
          <p:nvPr>
            <p:ph type="subTitle" idx="8"/>
          </p:nvPr>
        </p:nvSpPr>
        <p:spPr>
          <a:xfrm>
            <a:off x="5918599" y="1804550"/>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99"/>
        <p:cNvGrpSpPr/>
        <p:nvPr/>
      </p:nvGrpSpPr>
      <p:grpSpPr>
        <a:xfrm>
          <a:off x="0" y="0"/>
          <a:ext cx="0" cy="0"/>
          <a:chOff x="0" y="0"/>
          <a:chExt cx="0" cy="0"/>
        </a:xfrm>
      </p:grpSpPr>
      <p:pic>
        <p:nvPicPr>
          <p:cNvPr id="400" name="Google Shape;400;p24"/>
          <p:cNvPicPr preferRelativeResize="0"/>
          <p:nvPr/>
        </p:nvPicPr>
        <p:blipFill>
          <a:blip r:embed="rId2">
            <a:alphaModFix amt="20000"/>
          </a:blip>
          <a:stretch>
            <a:fillRect/>
          </a:stretch>
        </p:blipFill>
        <p:spPr>
          <a:xfrm>
            <a:off x="-91387" y="1031845"/>
            <a:ext cx="9326879" cy="416911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0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Rubik Black"/>
              <a:buNone/>
              <a:defRPr sz="3500">
                <a:solidFill>
                  <a:schemeClr val="dk1"/>
                </a:solidFill>
                <a:latin typeface="Rubik Black"/>
                <a:ea typeface="Rubik Black"/>
                <a:cs typeface="Rubik Black"/>
                <a:sym typeface="Rubik Black"/>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1pPr>
            <a:lvl2pPr marL="914400" lvl="1"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2pPr>
            <a:lvl3pPr marL="1371600" lvl="2"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3pPr>
            <a:lvl4pPr marL="1828800" lvl="3"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4pPr>
            <a:lvl5pPr marL="2286000" lvl="4"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5pPr>
            <a:lvl6pPr marL="2743200" lvl="5"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6pPr>
            <a:lvl7pPr marL="3200400" lvl="6"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7pPr>
            <a:lvl8pPr marL="3657600" lvl="7"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8pPr>
            <a:lvl9pPr marL="4114800" lvl="8"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8" r:id="rId5"/>
    <p:sldLayoutId id="2147483659" r:id="rId6"/>
    <p:sldLayoutId id="2147483664" r:id="rId7"/>
    <p:sldLayoutId id="2147483666" r:id="rId8"/>
    <p:sldLayoutId id="2147483670" r:id="rId9"/>
    <p:sldLayoutId id="2147483671"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0">
          <p15:clr>
            <a:srgbClr val="EA4335"/>
          </p15:clr>
        </p15:guide>
        <p15:guide id="2" orient="horz" pos="337">
          <p15:clr>
            <a:srgbClr val="EA4335"/>
          </p15:clr>
        </p15:guide>
        <p15:guide id="3" pos="5310">
          <p15:clr>
            <a:srgbClr val="EA4335"/>
          </p15:clr>
        </p15:guide>
        <p15:guide id="4" orient="horz" pos="2903">
          <p15:clr>
            <a:srgbClr val="EA4335"/>
          </p15:clr>
        </p15:guide>
        <p15:guide id="5" pos="2880">
          <p15:clr>
            <a:srgbClr val="EA4335"/>
          </p15:clr>
        </p15:guide>
        <p15:guide id="6" orient="horz" pos="1620">
          <p15:clr>
            <a:srgbClr val="EA4335"/>
          </p15:clr>
        </p15:guide>
        <p15:guide id="7" pos="173">
          <p15:clr>
            <a:srgbClr val="EA4335"/>
          </p15:clr>
        </p15:guide>
        <p15:guide id="8" orient="horz" pos="173">
          <p15:clr>
            <a:srgbClr val="EA4335"/>
          </p15:clr>
        </p15:guide>
        <p15:guide id="9" pos="5587">
          <p15:clr>
            <a:srgbClr val="EA4335"/>
          </p15:clr>
        </p15:guide>
        <p15:guide id="10" orient="horz" pos="3067">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Khagendra-12/RAG-GK-ChatBot-Atul"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Khagendra-12/RAG-GK-ChatBot-Atu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9"/>
          <p:cNvSpPr txBox="1">
            <a:spLocks noGrp="1"/>
          </p:cNvSpPr>
          <p:nvPr>
            <p:ph type="ctrTitle"/>
          </p:nvPr>
        </p:nvSpPr>
        <p:spPr>
          <a:xfrm>
            <a:off x="1828800" y="1174903"/>
            <a:ext cx="5486400" cy="2469000"/>
          </a:xfrm>
          <a:prstGeom prst="rect">
            <a:avLst/>
          </a:prstGeom>
        </p:spPr>
        <p:txBody>
          <a:bodyPr spcFirstLastPara="1" wrap="square" lIns="91425" tIns="91425" rIns="91425" bIns="91425" anchor="ctr" anchorCtr="0">
            <a:noAutofit/>
          </a:bodyPr>
          <a:lstStyle/>
          <a:p>
            <a:r>
              <a:rPr lang="en-US" sz="5400" b="1" dirty="0">
                <a:solidFill>
                  <a:schemeClr val="tx1"/>
                </a:solidFill>
                <a:latin typeface="Rubik Black" panose="020B0604020202020204" charset="-79"/>
                <a:ea typeface="Cambria" pitchFamily="34" charset="-122"/>
                <a:cs typeface="Rubik Black" panose="020B0604020202020204" charset="-79"/>
              </a:rPr>
              <a:t>RAG General Knowledge Chatbot</a:t>
            </a:r>
            <a:endParaRPr lang="en-US" sz="5400" dirty="0">
              <a:solidFill>
                <a:schemeClr val="tx1"/>
              </a:solidFill>
              <a:latin typeface="Rubik Black" panose="020B0604020202020204" charset="-79"/>
              <a:cs typeface="Rubik Black" panose="020B0604020202020204" charset="-79"/>
            </a:endParaRPr>
          </a:p>
        </p:txBody>
      </p:sp>
      <p:sp>
        <p:nvSpPr>
          <p:cNvPr id="413" name="Google Shape;413;p29"/>
          <p:cNvSpPr txBox="1">
            <a:spLocks noGrp="1"/>
          </p:cNvSpPr>
          <p:nvPr>
            <p:ph type="subTitle" idx="1"/>
          </p:nvPr>
        </p:nvSpPr>
        <p:spPr>
          <a:xfrm>
            <a:off x="1828800" y="3877100"/>
            <a:ext cx="5486400" cy="365700"/>
          </a:xfrm>
          <a:prstGeom prst="rect">
            <a:avLst/>
          </a:prstGeom>
        </p:spPr>
        <p:txBody>
          <a:bodyPr spcFirstLastPara="1" wrap="square" lIns="91425" tIns="91425" rIns="91425" bIns="91425" anchor="ctr" anchorCtr="0">
            <a:noAutofit/>
          </a:bodyPr>
          <a:lstStyle/>
          <a:p>
            <a:pPr marL="0" indent="0"/>
            <a:r>
              <a:rPr lang="en-US" i="1" dirty="0">
                <a:solidFill>
                  <a:schemeClr val="tx1"/>
                </a:solidFill>
                <a:latin typeface="Rubik Black" panose="020B0604020202020204" charset="-79"/>
                <a:ea typeface="Calibri" pitchFamily="34" charset="-122"/>
                <a:cs typeface="Rubik Black" panose="020B0604020202020204" charset="-79"/>
              </a:rPr>
              <a:t>A Locally-Hosted, Source-Confirmed AI Research Assistant</a:t>
            </a:r>
            <a:endParaRPr lang="en-US" dirty="0">
              <a:solidFill>
                <a:schemeClr val="tx1"/>
              </a:solidFill>
              <a:latin typeface="Rubik Black" panose="020B0604020202020204" charset="-79"/>
              <a:cs typeface="Rubik Black" panose="020B0604020202020204" charset="-79"/>
            </a:endParaRPr>
          </a:p>
        </p:txBody>
      </p:sp>
      <p:sp>
        <p:nvSpPr>
          <p:cNvPr id="414" name="Google Shape;414;p29"/>
          <p:cNvSpPr/>
          <p:nvPr/>
        </p:nvSpPr>
        <p:spPr>
          <a:xfrm rot="-2700000">
            <a:off x="7125203" y="4050192"/>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5" name="Google Shape;415;p29"/>
          <p:cNvGrpSpPr/>
          <p:nvPr/>
        </p:nvGrpSpPr>
        <p:grpSpPr>
          <a:xfrm>
            <a:off x="136938" y="2571748"/>
            <a:ext cx="1827475" cy="1051350"/>
            <a:chOff x="274188" y="1278048"/>
            <a:chExt cx="1827475" cy="1051350"/>
          </a:xfrm>
        </p:grpSpPr>
        <p:sp>
          <p:nvSpPr>
            <p:cNvPr id="416" name="Google Shape;416;p29"/>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29"/>
            <p:cNvGrpSpPr/>
            <p:nvPr/>
          </p:nvGrpSpPr>
          <p:grpSpPr>
            <a:xfrm>
              <a:off x="274188" y="1278048"/>
              <a:ext cx="1737300" cy="960000"/>
              <a:chOff x="7146475" y="2190661"/>
              <a:chExt cx="1737300" cy="960000"/>
            </a:xfrm>
          </p:grpSpPr>
          <p:sp>
            <p:nvSpPr>
              <p:cNvPr id="418" name="Google Shape;418;p29"/>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419" name="Google Shape;419;p29"/>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nvGrpSpPr>
            <p:cNvPr id="420" name="Google Shape;420;p29"/>
            <p:cNvGrpSpPr/>
            <p:nvPr/>
          </p:nvGrpSpPr>
          <p:grpSpPr>
            <a:xfrm>
              <a:off x="447057" y="1555937"/>
              <a:ext cx="1391436" cy="587426"/>
              <a:chOff x="817139" y="2952501"/>
              <a:chExt cx="1391436" cy="587426"/>
            </a:xfrm>
          </p:grpSpPr>
          <p:sp>
            <p:nvSpPr>
              <p:cNvPr id="421" name="Google Shape;421;p29"/>
              <p:cNvSpPr/>
              <p:nvPr/>
            </p:nvSpPr>
            <p:spPr>
              <a:xfrm>
                <a:off x="834354" y="3033062"/>
                <a:ext cx="328236" cy="324038"/>
              </a:xfrm>
              <a:custGeom>
                <a:avLst/>
                <a:gdLst/>
                <a:ahLst/>
                <a:cxnLst/>
                <a:rect l="l" t="t" r="r" b="b"/>
                <a:pathLst>
                  <a:path w="8732" h="8733" extrusionOk="0">
                    <a:moveTo>
                      <a:pt x="4366" y="1"/>
                    </a:moveTo>
                    <a:cubicBezTo>
                      <a:pt x="1951" y="1"/>
                      <a:pt x="0" y="1952"/>
                      <a:pt x="0" y="4366"/>
                    </a:cubicBezTo>
                    <a:cubicBezTo>
                      <a:pt x="0" y="6757"/>
                      <a:pt x="1951" y="8732"/>
                      <a:pt x="4366" y="8732"/>
                    </a:cubicBezTo>
                    <a:cubicBezTo>
                      <a:pt x="6780" y="8732"/>
                      <a:pt x="8732" y="6757"/>
                      <a:pt x="8732" y="4366"/>
                    </a:cubicBezTo>
                    <a:cubicBezTo>
                      <a:pt x="8732" y="1952"/>
                      <a:pt x="6780" y="1"/>
                      <a:pt x="4366"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9"/>
              <p:cNvSpPr/>
              <p:nvPr/>
            </p:nvSpPr>
            <p:spPr>
              <a:xfrm>
                <a:off x="817139" y="3173107"/>
                <a:ext cx="735110" cy="366820"/>
              </a:xfrm>
              <a:custGeom>
                <a:avLst/>
                <a:gdLst/>
                <a:ahLst/>
                <a:cxnLst/>
                <a:rect l="l" t="t" r="r" b="b"/>
                <a:pathLst>
                  <a:path w="19556" h="9886" extrusionOk="0">
                    <a:moveTo>
                      <a:pt x="10025" y="0"/>
                    </a:moveTo>
                    <a:cubicBezTo>
                      <a:pt x="7970" y="0"/>
                      <a:pt x="5937" y="1254"/>
                      <a:pt x="5263" y="3544"/>
                    </a:cubicBezTo>
                    <a:cubicBezTo>
                      <a:pt x="4773" y="3298"/>
                      <a:pt x="4258" y="3184"/>
                      <a:pt x="3754" y="3184"/>
                    </a:cubicBezTo>
                    <a:cubicBezTo>
                      <a:pt x="2252" y="3184"/>
                      <a:pt x="848" y="4199"/>
                      <a:pt x="482" y="5787"/>
                    </a:cubicBezTo>
                    <a:cubicBezTo>
                      <a:pt x="0" y="7884"/>
                      <a:pt x="1590" y="9886"/>
                      <a:pt x="3723" y="9886"/>
                    </a:cubicBezTo>
                    <a:cubicBezTo>
                      <a:pt x="3748" y="9886"/>
                      <a:pt x="3774" y="9885"/>
                      <a:pt x="3799" y="9885"/>
                    </a:cubicBezTo>
                    <a:lnTo>
                      <a:pt x="15531" y="9885"/>
                    </a:lnTo>
                    <a:cubicBezTo>
                      <a:pt x="17750" y="9885"/>
                      <a:pt x="19555" y="8104"/>
                      <a:pt x="19555" y="5885"/>
                    </a:cubicBezTo>
                    <a:cubicBezTo>
                      <a:pt x="19555" y="3641"/>
                      <a:pt x="17750" y="1861"/>
                      <a:pt x="15531" y="1861"/>
                    </a:cubicBezTo>
                    <a:cubicBezTo>
                      <a:pt x="15019" y="1861"/>
                      <a:pt x="14531" y="1958"/>
                      <a:pt x="14068" y="2129"/>
                    </a:cubicBezTo>
                    <a:cubicBezTo>
                      <a:pt x="13064" y="681"/>
                      <a:pt x="11538" y="0"/>
                      <a:pt x="10025"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9"/>
              <p:cNvSpPr/>
              <p:nvPr/>
            </p:nvSpPr>
            <p:spPr>
              <a:xfrm>
                <a:off x="1739143" y="2952501"/>
                <a:ext cx="162314" cy="219958"/>
              </a:xfrm>
              <a:custGeom>
                <a:avLst/>
                <a:gdLst/>
                <a:ahLst/>
                <a:cxnLst/>
                <a:rect l="l" t="t" r="r" b="b"/>
                <a:pathLst>
                  <a:path w="4318" h="5928" extrusionOk="0">
                    <a:moveTo>
                      <a:pt x="2245" y="1"/>
                    </a:moveTo>
                    <a:cubicBezTo>
                      <a:pt x="1976" y="1"/>
                      <a:pt x="1708" y="25"/>
                      <a:pt x="1440" y="99"/>
                    </a:cubicBezTo>
                    <a:cubicBezTo>
                      <a:pt x="1196" y="147"/>
                      <a:pt x="976" y="245"/>
                      <a:pt x="757" y="367"/>
                    </a:cubicBezTo>
                    <a:cubicBezTo>
                      <a:pt x="489" y="513"/>
                      <a:pt x="245" y="708"/>
                      <a:pt x="1" y="928"/>
                    </a:cubicBezTo>
                    <a:lnTo>
                      <a:pt x="854" y="1952"/>
                    </a:lnTo>
                    <a:cubicBezTo>
                      <a:pt x="1050" y="1757"/>
                      <a:pt x="1269" y="1611"/>
                      <a:pt x="1489" y="1464"/>
                    </a:cubicBezTo>
                    <a:cubicBezTo>
                      <a:pt x="1659" y="1367"/>
                      <a:pt x="1854" y="1318"/>
                      <a:pt x="2049" y="1318"/>
                    </a:cubicBezTo>
                    <a:cubicBezTo>
                      <a:pt x="2196" y="1318"/>
                      <a:pt x="2367" y="1367"/>
                      <a:pt x="2464" y="1440"/>
                    </a:cubicBezTo>
                    <a:cubicBezTo>
                      <a:pt x="2562" y="1538"/>
                      <a:pt x="2635" y="1684"/>
                      <a:pt x="2610" y="1806"/>
                    </a:cubicBezTo>
                    <a:cubicBezTo>
                      <a:pt x="2610" y="1928"/>
                      <a:pt x="2586" y="2050"/>
                      <a:pt x="2537" y="2172"/>
                    </a:cubicBezTo>
                    <a:cubicBezTo>
                      <a:pt x="2488" y="2318"/>
                      <a:pt x="2391" y="2440"/>
                      <a:pt x="2293" y="2562"/>
                    </a:cubicBezTo>
                    <a:cubicBezTo>
                      <a:pt x="2171" y="2733"/>
                      <a:pt x="1879" y="3025"/>
                      <a:pt x="1489" y="3440"/>
                    </a:cubicBezTo>
                    <a:lnTo>
                      <a:pt x="50" y="4903"/>
                    </a:lnTo>
                    <a:lnTo>
                      <a:pt x="50" y="5928"/>
                    </a:lnTo>
                    <a:lnTo>
                      <a:pt x="4318" y="5928"/>
                    </a:lnTo>
                    <a:lnTo>
                      <a:pt x="4318" y="4659"/>
                    </a:lnTo>
                    <a:lnTo>
                      <a:pt x="2098" y="4659"/>
                    </a:lnTo>
                    <a:lnTo>
                      <a:pt x="2098" y="4611"/>
                    </a:lnTo>
                    <a:cubicBezTo>
                      <a:pt x="2757" y="4050"/>
                      <a:pt x="3171" y="3635"/>
                      <a:pt x="3367" y="3440"/>
                    </a:cubicBezTo>
                    <a:cubicBezTo>
                      <a:pt x="3562" y="3245"/>
                      <a:pt x="3708" y="3050"/>
                      <a:pt x="3854" y="2830"/>
                    </a:cubicBezTo>
                    <a:cubicBezTo>
                      <a:pt x="4098" y="2464"/>
                      <a:pt x="4220" y="2025"/>
                      <a:pt x="4220" y="1611"/>
                    </a:cubicBezTo>
                    <a:cubicBezTo>
                      <a:pt x="4220" y="1294"/>
                      <a:pt x="4123" y="1025"/>
                      <a:pt x="3952" y="781"/>
                    </a:cubicBezTo>
                    <a:cubicBezTo>
                      <a:pt x="3781" y="513"/>
                      <a:pt x="3562" y="318"/>
                      <a:pt x="3269" y="196"/>
                    </a:cubicBezTo>
                    <a:cubicBezTo>
                      <a:pt x="2952" y="50"/>
                      <a:pt x="2610" y="1"/>
                      <a:pt x="2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 name="Google Shape;424;p29"/>
              <p:cNvSpPr/>
              <p:nvPr/>
            </p:nvSpPr>
            <p:spPr>
              <a:xfrm>
                <a:off x="1926175" y="2955247"/>
                <a:ext cx="129310" cy="217213"/>
              </a:xfrm>
              <a:custGeom>
                <a:avLst/>
                <a:gdLst/>
                <a:ahLst/>
                <a:cxnLst/>
                <a:rect l="l" t="t" r="r" b="b"/>
                <a:pathLst>
                  <a:path w="3440" h="5854" extrusionOk="0">
                    <a:moveTo>
                      <a:pt x="2000" y="0"/>
                    </a:moveTo>
                    <a:lnTo>
                      <a:pt x="0" y="1659"/>
                    </a:lnTo>
                    <a:lnTo>
                      <a:pt x="805" y="2659"/>
                    </a:lnTo>
                    <a:lnTo>
                      <a:pt x="1488" y="2122"/>
                    </a:lnTo>
                    <a:cubicBezTo>
                      <a:pt x="1610" y="2000"/>
                      <a:pt x="1732" y="1878"/>
                      <a:pt x="1854" y="1732"/>
                    </a:cubicBezTo>
                    <a:lnTo>
                      <a:pt x="1854" y="1732"/>
                    </a:lnTo>
                    <a:cubicBezTo>
                      <a:pt x="1829" y="2049"/>
                      <a:pt x="1829" y="2390"/>
                      <a:pt x="1829" y="2756"/>
                    </a:cubicBezTo>
                    <a:lnTo>
                      <a:pt x="1829" y="5854"/>
                    </a:lnTo>
                    <a:lnTo>
                      <a:pt x="3439" y="5854"/>
                    </a:lnTo>
                    <a:lnTo>
                      <a:pt x="34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 name="Google Shape;425;p29"/>
              <p:cNvSpPr/>
              <p:nvPr/>
            </p:nvSpPr>
            <p:spPr>
              <a:xfrm>
                <a:off x="2096669" y="2952501"/>
                <a:ext cx="111905" cy="112354"/>
              </a:xfrm>
              <a:custGeom>
                <a:avLst/>
                <a:gdLst/>
                <a:ahLst/>
                <a:cxnLst/>
                <a:rect l="l" t="t" r="r" b="b"/>
                <a:pathLst>
                  <a:path w="2977" h="3028" extrusionOk="0">
                    <a:moveTo>
                      <a:pt x="1537" y="830"/>
                    </a:moveTo>
                    <a:cubicBezTo>
                      <a:pt x="1806" y="830"/>
                      <a:pt x="1928" y="1050"/>
                      <a:pt x="1928" y="1513"/>
                    </a:cubicBezTo>
                    <a:cubicBezTo>
                      <a:pt x="1928" y="1977"/>
                      <a:pt x="1806" y="2220"/>
                      <a:pt x="1537" y="2220"/>
                    </a:cubicBezTo>
                    <a:cubicBezTo>
                      <a:pt x="1415" y="2220"/>
                      <a:pt x="1293" y="2147"/>
                      <a:pt x="1220" y="2050"/>
                    </a:cubicBezTo>
                    <a:cubicBezTo>
                      <a:pt x="1147" y="1879"/>
                      <a:pt x="1123" y="1684"/>
                      <a:pt x="1123" y="1513"/>
                    </a:cubicBezTo>
                    <a:lnTo>
                      <a:pt x="1147" y="1513"/>
                    </a:lnTo>
                    <a:cubicBezTo>
                      <a:pt x="1147" y="1050"/>
                      <a:pt x="1269" y="830"/>
                      <a:pt x="1537" y="830"/>
                    </a:cubicBezTo>
                    <a:close/>
                    <a:moveTo>
                      <a:pt x="1562" y="1"/>
                    </a:moveTo>
                    <a:cubicBezTo>
                      <a:pt x="1171" y="1"/>
                      <a:pt x="781" y="147"/>
                      <a:pt x="513" y="416"/>
                    </a:cubicBezTo>
                    <a:cubicBezTo>
                      <a:pt x="1" y="1050"/>
                      <a:pt x="1" y="1977"/>
                      <a:pt x="513" y="2611"/>
                    </a:cubicBezTo>
                    <a:cubicBezTo>
                      <a:pt x="764" y="2862"/>
                      <a:pt x="1101" y="3028"/>
                      <a:pt x="1463" y="3028"/>
                    </a:cubicBezTo>
                    <a:cubicBezTo>
                      <a:pt x="1488" y="3028"/>
                      <a:pt x="1513" y="3027"/>
                      <a:pt x="1537" y="3025"/>
                    </a:cubicBezTo>
                    <a:cubicBezTo>
                      <a:pt x="1565" y="3027"/>
                      <a:pt x="1593" y="3028"/>
                      <a:pt x="1621" y="3028"/>
                    </a:cubicBezTo>
                    <a:cubicBezTo>
                      <a:pt x="1980" y="3028"/>
                      <a:pt x="2314" y="2882"/>
                      <a:pt x="2586" y="2611"/>
                    </a:cubicBezTo>
                    <a:cubicBezTo>
                      <a:pt x="2854" y="2318"/>
                      <a:pt x="2976" y="1928"/>
                      <a:pt x="2952" y="1513"/>
                    </a:cubicBezTo>
                    <a:cubicBezTo>
                      <a:pt x="2976" y="1123"/>
                      <a:pt x="2830" y="733"/>
                      <a:pt x="2586" y="416"/>
                    </a:cubicBezTo>
                    <a:cubicBezTo>
                      <a:pt x="2318" y="147"/>
                      <a:pt x="1928" y="1"/>
                      <a:pt x="15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6" name="Google Shape;426;p29"/>
          <p:cNvSpPr/>
          <p:nvPr/>
        </p:nvSpPr>
        <p:spPr>
          <a:xfrm>
            <a:off x="1099325" y="425927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7" name="Google Shape;427;p29"/>
          <p:cNvGrpSpPr/>
          <p:nvPr/>
        </p:nvGrpSpPr>
        <p:grpSpPr>
          <a:xfrm>
            <a:off x="6761147" y="3414805"/>
            <a:ext cx="689546" cy="208288"/>
            <a:chOff x="6761147" y="3414805"/>
            <a:chExt cx="689546" cy="208288"/>
          </a:xfrm>
        </p:grpSpPr>
        <p:sp>
          <p:nvSpPr>
            <p:cNvPr id="428" name="Google Shape;428;p29"/>
            <p:cNvSpPr/>
            <p:nvPr/>
          </p:nvSpPr>
          <p:spPr>
            <a:xfrm>
              <a:off x="6993487" y="356345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9"/>
            <p:cNvSpPr/>
            <p:nvPr/>
          </p:nvSpPr>
          <p:spPr>
            <a:xfrm>
              <a:off x="6761147" y="341480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 name="Google Shape;430;p29"/>
          <p:cNvGrpSpPr/>
          <p:nvPr/>
        </p:nvGrpSpPr>
        <p:grpSpPr>
          <a:xfrm>
            <a:off x="136938" y="1047512"/>
            <a:ext cx="1371600" cy="1375875"/>
            <a:chOff x="299013" y="1079125"/>
            <a:chExt cx="1371600" cy="1375875"/>
          </a:xfrm>
        </p:grpSpPr>
        <p:sp>
          <p:nvSpPr>
            <p:cNvPr id="431" name="Google Shape;431;p29"/>
            <p:cNvSpPr/>
            <p:nvPr/>
          </p:nvSpPr>
          <p:spPr>
            <a:xfrm>
              <a:off x="390513" y="1174900"/>
              <a:ext cx="1280100" cy="1280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9"/>
            <p:cNvSpPr/>
            <p:nvPr/>
          </p:nvSpPr>
          <p:spPr>
            <a:xfrm>
              <a:off x="299013" y="1079125"/>
              <a:ext cx="1280100" cy="1280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3" name="Google Shape;433;p29"/>
            <p:cNvGrpSpPr/>
            <p:nvPr/>
          </p:nvGrpSpPr>
          <p:grpSpPr>
            <a:xfrm>
              <a:off x="396400" y="1384064"/>
              <a:ext cx="1085400" cy="635100"/>
              <a:chOff x="396400" y="1399225"/>
              <a:chExt cx="1085400" cy="635100"/>
            </a:xfrm>
          </p:grpSpPr>
          <p:sp>
            <p:nvSpPr>
              <p:cNvPr id="434" name="Google Shape;434;p29"/>
              <p:cNvSpPr/>
              <p:nvPr/>
            </p:nvSpPr>
            <p:spPr>
              <a:xfrm>
                <a:off x="396400" y="1399225"/>
                <a:ext cx="1085400" cy="635100"/>
              </a:xfrm>
              <a:prstGeom prst="roundRect">
                <a:avLst>
                  <a:gd name="adj" fmla="val 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29"/>
              <p:cNvGrpSpPr/>
              <p:nvPr/>
            </p:nvGrpSpPr>
            <p:grpSpPr>
              <a:xfrm>
                <a:off x="712181" y="1506835"/>
                <a:ext cx="453838" cy="419880"/>
                <a:chOff x="733647" y="1423686"/>
                <a:chExt cx="453838" cy="419880"/>
              </a:xfrm>
            </p:grpSpPr>
            <p:sp>
              <p:nvSpPr>
                <p:cNvPr id="436" name="Google Shape;436;p29"/>
                <p:cNvSpPr/>
                <p:nvPr/>
              </p:nvSpPr>
              <p:spPr>
                <a:xfrm>
                  <a:off x="733647" y="1423686"/>
                  <a:ext cx="453838" cy="419880"/>
                </a:xfrm>
                <a:custGeom>
                  <a:avLst/>
                  <a:gdLst/>
                  <a:ahLst/>
                  <a:cxnLst/>
                  <a:rect l="l" t="t" r="r" b="b"/>
                  <a:pathLst>
                    <a:path w="9781" h="9055" extrusionOk="0">
                      <a:moveTo>
                        <a:pt x="4904" y="1"/>
                      </a:moveTo>
                      <a:cubicBezTo>
                        <a:pt x="4654" y="1"/>
                        <a:pt x="4401" y="21"/>
                        <a:pt x="4147" y="64"/>
                      </a:cubicBezTo>
                      <a:cubicBezTo>
                        <a:pt x="1659" y="479"/>
                        <a:pt x="1" y="2820"/>
                        <a:pt x="440" y="5284"/>
                      </a:cubicBezTo>
                      <a:cubicBezTo>
                        <a:pt x="811" y="7493"/>
                        <a:pt x="2733" y="9054"/>
                        <a:pt x="4902" y="9054"/>
                      </a:cubicBezTo>
                      <a:cubicBezTo>
                        <a:pt x="5152" y="9054"/>
                        <a:pt x="5405" y="9034"/>
                        <a:pt x="5659" y="8991"/>
                      </a:cubicBezTo>
                      <a:cubicBezTo>
                        <a:pt x="8122" y="8576"/>
                        <a:pt x="9781" y="6235"/>
                        <a:pt x="9366" y="3771"/>
                      </a:cubicBezTo>
                      <a:cubicBezTo>
                        <a:pt x="8994" y="1562"/>
                        <a:pt x="7073" y="1"/>
                        <a:pt x="4904"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9"/>
                <p:cNvSpPr/>
                <p:nvPr/>
              </p:nvSpPr>
              <p:spPr>
                <a:xfrm>
                  <a:off x="898875" y="1539755"/>
                  <a:ext cx="163003" cy="188911"/>
                </a:xfrm>
                <a:custGeom>
                  <a:avLst/>
                  <a:gdLst/>
                  <a:ahLst/>
                  <a:cxnLst/>
                  <a:rect l="l" t="t" r="r" b="b"/>
                  <a:pathLst>
                    <a:path w="3513" h="4074" extrusionOk="0">
                      <a:moveTo>
                        <a:pt x="1" y="0"/>
                      </a:moveTo>
                      <a:lnTo>
                        <a:pt x="1" y="4073"/>
                      </a:lnTo>
                      <a:lnTo>
                        <a:pt x="3513" y="2024"/>
                      </a:lnTo>
                      <a:lnTo>
                        <a:pt x="1" y="0"/>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38" name="Google Shape;438;p29"/>
            <p:cNvGrpSpPr/>
            <p:nvPr/>
          </p:nvGrpSpPr>
          <p:grpSpPr>
            <a:xfrm>
              <a:off x="396391" y="2141102"/>
              <a:ext cx="1085342" cy="96171"/>
              <a:chOff x="417899" y="2116530"/>
              <a:chExt cx="1085342" cy="96171"/>
            </a:xfrm>
          </p:grpSpPr>
          <p:sp>
            <p:nvSpPr>
              <p:cNvPr id="439" name="Google Shape;439;p29"/>
              <p:cNvSpPr/>
              <p:nvPr/>
            </p:nvSpPr>
            <p:spPr>
              <a:xfrm>
                <a:off x="417899" y="2116530"/>
                <a:ext cx="1085342" cy="96171"/>
              </a:xfrm>
              <a:custGeom>
                <a:avLst/>
                <a:gdLst/>
                <a:ahLst/>
                <a:cxnLst/>
                <a:rect l="l" t="t" r="r" b="b"/>
                <a:pathLst>
                  <a:path w="23391" h="2074" extrusionOk="0">
                    <a:moveTo>
                      <a:pt x="1025" y="1"/>
                    </a:moveTo>
                    <a:cubicBezTo>
                      <a:pt x="464" y="1"/>
                      <a:pt x="1" y="464"/>
                      <a:pt x="1" y="1050"/>
                    </a:cubicBezTo>
                    <a:cubicBezTo>
                      <a:pt x="1" y="1611"/>
                      <a:pt x="464" y="2074"/>
                      <a:pt x="1025" y="2074"/>
                    </a:cubicBezTo>
                    <a:lnTo>
                      <a:pt x="22366" y="2074"/>
                    </a:lnTo>
                    <a:cubicBezTo>
                      <a:pt x="22927" y="2074"/>
                      <a:pt x="23391" y="1611"/>
                      <a:pt x="23391" y="1050"/>
                    </a:cubicBezTo>
                    <a:cubicBezTo>
                      <a:pt x="23391" y="464"/>
                      <a:pt x="22927" y="1"/>
                      <a:pt x="22366"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9"/>
              <p:cNvSpPr/>
              <p:nvPr/>
            </p:nvSpPr>
            <p:spPr>
              <a:xfrm>
                <a:off x="417899" y="2116530"/>
                <a:ext cx="555733" cy="96171"/>
              </a:xfrm>
              <a:custGeom>
                <a:avLst/>
                <a:gdLst/>
                <a:ahLst/>
                <a:cxnLst/>
                <a:rect l="l" t="t" r="r" b="b"/>
                <a:pathLst>
                  <a:path w="11977" h="2074" extrusionOk="0">
                    <a:moveTo>
                      <a:pt x="1025" y="1"/>
                    </a:moveTo>
                    <a:cubicBezTo>
                      <a:pt x="464" y="1"/>
                      <a:pt x="1" y="464"/>
                      <a:pt x="1" y="1050"/>
                    </a:cubicBezTo>
                    <a:cubicBezTo>
                      <a:pt x="1" y="1611"/>
                      <a:pt x="464" y="2074"/>
                      <a:pt x="1025" y="2074"/>
                    </a:cubicBezTo>
                    <a:lnTo>
                      <a:pt x="11976" y="2074"/>
                    </a:lnTo>
                    <a:lnTo>
                      <a:pt x="11976" y="1"/>
                    </a:ln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41" name="Google Shape;441;p29"/>
            <p:cNvCxnSpPr/>
            <p:nvPr/>
          </p:nvCxnSpPr>
          <p:spPr>
            <a:xfrm>
              <a:off x="308975" y="1262125"/>
              <a:ext cx="1263300" cy="0"/>
            </a:xfrm>
            <a:prstGeom prst="straightConnector1">
              <a:avLst/>
            </a:prstGeom>
            <a:noFill/>
            <a:ln w="28575" cap="flat" cmpd="sng">
              <a:solidFill>
                <a:schemeClr val="dk1"/>
              </a:solidFill>
              <a:prstDash val="solid"/>
              <a:round/>
              <a:headEnd type="none" w="med" len="med"/>
              <a:tailEnd type="none" w="med" len="med"/>
            </a:ln>
          </p:spPr>
        </p:cxnSp>
      </p:grpSp>
      <p:grpSp>
        <p:nvGrpSpPr>
          <p:cNvPr id="442" name="Google Shape;442;p29"/>
          <p:cNvGrpSpPr/>
          <p:nvPr/>
        </p:nvGrpSpPr>
        <p:grpSpPr>
          <a:xfrm>
            <a:off x="7450704" y="1174899"/>
            <a:ext cx="1646100" cy="1188900"/>
            <a:chOff x="7403363" y="1047512"/>
            <a:chExt cx="1646100" cy="1188900"/>
          </a:xfrm>
        </p:grpSpPr>
        <p:sp>
          <p:nvSpPr>
            <p:cNvPr id="443" name="Google Shape;443;p29"/>
            <p:cNvSpPr/>
            <p:nvPr/>
          </p:nvSpPr>
          <p:spPr>
            <a:xfrm>
              <a:off x="7494863" y="1139012"/>
              <a:ext cx="1554600" cy="1097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9"/>
            <p:cNvSpPr/>
            <p:nvPr/>
          </p:nvSpPr>
          <p:spPr>
            <a:xfrm>
              <a:off x="7403363" y="1047512"/>
              <a:ext cx="1554600" cy="1097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en-US" sz="700" b="1" dirty="0">
                  <a:solidFill>
                    <a:schemeClr val="tx1"/>
                  </a:solidFill>
                  <a:latin typeface="Rubik Black" panose="020B0604020202020204" charset="-79"/>
                  <a:ea typeface="Calibri" pitchFamily="34" charset="-122"/>
                  <a:cs typeface="Rubik Black" panose="020B0604020202020204" charset="-79"/>
                </a:rPr>
                <a:t>No paid APIs  •  No cloud deployment  •  Runs entirely on-premise</a:t>
              </a:r>
              <a:endParaRPr lang="en-US" sz="700" dirty="0">
                <a:solidFill>
                  <a:schemeClr val="tx1"/>
                </a:solidFill>
                <a:latin typeface="Rubik Black" panose="020B0604020202020204" charset="-79"/>
                <a:cs typeface="Rubik Black" panose="020B0604020202020204" charset="-79"/>
              </a:endParaRPr>
            </a:p>
            <a:p>
              <a:pPr marL="0" lvl="0" indent="0" algn="l" rtl="0">
                <a:spcBef>
                  <a:spcPts val="0"/>
                </a:spcBef>
                <a:spcAft>
                  <a:spcPts val="0"/>
                </a:spcAft>
                <a:buNone/>
              </a:pPr>
              <a:endParaRPr dirty="0"/>
            </a:p>
          </p:txBody>
        </p:sp>
        <p:cxnSp>
          <p:nvCxnSpPr>
            <p:cNvPr id="445" name="Google Shape;445;p29"/>
            <p:cNvCxnSpPr/>
            <p:nvPr/>
          </p:nvCxnSpPr>
          <p:spPr>
            <a:xfrm>
              <a:off x="7413325" y="1230512"/>
              <a:ext cx="1544700" cy="0"/>
            </a:xfrm>
            <a:prstGeom prst="straightConnector1">
              <a:avLst/>
            </a:prstGeom>
            <a:noFill/>
            <a:ln w="28575" cap="flat" cmpd="sng">
              <a:solidFill>
                <a:schemeClr val="dk1"/>
              </a:solidFill>
              <a:prstDash val="solid"/>
              <a:round/>
              <a:headEnd type="none" w="med" len="med"/>
              <a:tailEnd type="none" w="med" len="med"/>
            </a:ln>
          </p:spPr>
        </p:cxnSp>
        <p:sp>
          <p:nvSpPr>
            <p:cNvPr id="446" name="Google Shape;446;p29"/>
            <p:cNvSpPr/>
            <p:nvPr/>
          </p:nvSpPr>
          <p:spPr>
            <a:xfrm>
              <a:off x="7540474"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9"/>
            <p:cNvSpPr/>
            <p:nvPr/>
          </p:nvSpPr>
          <p:spPr>
            <a:xfrm>
              <a:off x="8009987"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9"/>
            <p:cNvSpPr/>
            <p:nvPr/>
          </p:nvSpPr>
          <p:spPr>
            <a:xfrm>
              <a:off x="8479499"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9"/>
            <p:cNvSpPr/>
            <p:nvPr/>
          </p:nvSpPr>
          <p:spPr>
            <a:xfrm>
              <a:off x="7491476" y="1112839"/>
              <a:ext cx="636077" cy="52346"/>
            </a:xfrm>
            <a:custGeom>
              <a:avLst/>
              <a:gdLst/>
              <a:ahLst/>
              <a:cxnLst/>
              <a:rect l="l" t="t" r="r" b="b"/>
              <a:pathLst>
                <a:path w="16611" h="1367" extrusionOk="0">
                  <a:moveTo>
                    <a:pt x="928" y="0"/>
                  </a:moveTo>
                  <a:cubicBezTo>
                    <a:pt x="1" y="0"/>
                    <a:pt x="1" y="1366"/>
                    <a:pt x="928" y="1366"/>
                  </a:cubicBezTo>
                  <a:lnTo>
                    <a:pt x="15708" y="1366"/>
                  </a:lnTo>
                  <a:cubicBezTo>
                    <a:pt x="16610" y="1366"/>
                    <a:pt x="16610" y="0"/>
                    <a:pt x="15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52" name="Google Shape;452;p29"/>
          <p:cNvGrpSpPr/>
          <p:nvPr/>
        </p:nvGrpSpPr>
        <p:grpSpPr>
          <a:xfrm>
            <a:off x="7855413" y="2571747"/>
            <a:ext cx="836668" cy="1371596"/>
            <a:chOff x="2771692" y="3497697"/>
            <a:chExt cx="836668" cy="1371596"/>
          </a:xfrm>
        </p:grpSpPr>
        <p:sp>
          <p:nvSpPr>
            <p:cNvPr id="453" name="Google Shape;453;p29"/>
            <p:cNvSpPr/>
            <p:nvPr/>
          </p:nvSpPr>
          <p:spPr>
            <a:xfrm>
              <a:off x="2771692" y="3497697"/>
              <a:ext cx="836668" cy="1371596"/>
            </a:xfrm>
            <a:custGeom>
              <a:avLst/>
              <a:gdLst/>
              <a:ahLst/>
              <a:cxnLst/>
              <a:rect l="l" t="t" r="r" b="b"/>
              <a:pathLst>
                <a:path w="9513" h="15683" extrusionOk="0">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9"/>
            <p:cNvSpPr/>
            <p:nvPr/>
          </p:nvSpPr>
          <p:spPr>
            <a:xfrm>
              <a:off x="2771692" y="3497697"/>
              <a:ext cx="836668" cy="1371596"/>
            </a:xfrm>
            <a:custGeom>
              <a:avLst/>
              <a:gdLst/>
              <a:ahLst/>
              <a:cxnLst/>
              <a:rect l="l" t="t" r="r" b="b"/>
              <a:pathLst>
                <a:path w="9513" h="15683" extrusionOk="0">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moveTo>
                    <a:pt x="4903" y="390"/>
                  </a:moveTo>
                  <a:lnTo>
                    <a:pt x="4903" y="2293"/>
                  </a:lnTo>
                  <a:cubicBezTo>
                    <a:pt x="5391" y="2390"/>
                    <a:pt x="5732" y="2781"/>
                    <a:pt x="5732" y="3268"/>
                  </a:cubicBezTo>
                  <a:lnTo>
                    <a:pt x="5732" y="6000"/>
                  </a:lnTo>
                  <a:cubicBezTo>
                    <a:pt x="5732" y="6488"/>
                    <a:pt x="5391" y="6902"/>
                    <a:pt x="4903" y="6976"/>
                  </a:cubicBezTo>
                  <a:lnTo>
                    <a:pt x="4903" y="8268"/>
                  </a:lnTo>
                  <a:lnTo>
                    <a:pt x="5123" y="8268"/>
                  </a:lnTo>
                  <a:cubicBezTo>
                    <a:pt x="5854" y="8268"/>
                    <a:pt x="6562" y="8171"/>
                    <a:pt x="7269" y="7976"/>
                  </a:cubicBezTo>
                  <a:cubicBezTo>
                    <a:pt x="7928" y="7756"/>
                    <a:pt x="8537" y="7488"/>
                    <a:pt x="9123" y="7122"/>
                  </a:cubicBezTo>
                  <a:lnTo>
                    <a:pt x="9123" y="4756"/>
                  </a:lnTo>
                  <a:cubicBezTo>
                    <a:pt x="9098" y="2415"/>
                    <a:pt x="7245" y="488"/>
                    <a:pt x="4903" y="415"/>
                  </a:cubicBezTo>
                  <a:close/>
                  <a:moveTo>
                    <a:pt x="4611" y="2293"/>
                  </a:moveTo>
                  <a:lnTo>
                    <a:pt x="4611" y="415"/>
                  </a:lnTo>
                  <a:cubicBezTo>
                    <a:pt x="2269" y="488"/>
                    <a:pt x="416" y="2415"/>
                    <a:pt x="391" y="4756"/>
                  </a:cubicBezTo>
                  <a:lnTo>
                    <a:pt x="391" y="7122"/>
                  </a:lnTo>
                  <a:cubicBezTo>
                    <a:pt x="976" y="7463"/>
                    <a:pt x="1611" y="7756"/>
                    <a:pt x="2245" y="7951"/>
                  </a:cubicBezTo>
                  <a:cubicBezTo>
                    <a:pt x="2952" y="8146"/>
                    <a:pt x="3659" y="8268"/>
                    <a:pt x="4391" y="8244"/>
                  </a:cubicBezTo>
                  <a:lnTo>
                    <a:pt x="4611" y="8244"/>
                  </a:lnTo>
                  <a:lnTo>
                    <a:pt x="4611" y="6976"/>
                  </a:lnTo>
                  <a:cubicBezTo>
                    <a:pt x="4123" y="6902"/>
                    <a:pt x="3781" y="6488"/>
                    <a:pt x="3781" y="6000"/>
                  </a:cubicBezTo>
                  <a:lnTo>
                    <a:pt x="3781" y="3268"/>
                  </a:lnTo>
                  <a:cubicBezTo>
                    <a:pt x="3781" y="2781"/>
                    <a:pt x="4123" y="2390"/>
                    <a:pt x="4611" y="2293"/>
                  </a:cubicBezTo>
                  <a:close/>
                  <a:moveTo>
                    <a:pt x="5220" y="2781"/>
                  </a:moveTo>
                  <a:cubicBezTo>
                    <a:pt x="5098" y="2659"/>
                    <a:pt x="4928" y="2585"/>
                    <a:pt x="4757" y="2585"/>
                  </a:cubicBezTo>
                  <a:lnTo>
                    <a:pt x="4757" y="2585"/>
                  </a:lnTo>
                  <a:cubicBezTo>
                    <a:pt x="4391" y="2585"/>
                    <a:pt x="4074" y="2902"/>
                    <a:pt x="4074" y="3268"/>
                  </a:cubicBezTo>
                  <a:lnTo>
                    <a:pt x="4074" y="6000"/>
                  </a:lnTo>
                  <a:cubicBezTo>
                    <a:pt x="4074" y="6390"/>
                    <a:pt x="4391" y="6683"/>
                    <a:pt x="4757" y="6683"/>
                  </a:cubicBezTo>
                  <a:lnTo>
                    <a:pt x="4757" y="6683"/>
                  </a:lnTo>
                  <a:cubicBezTo>
                    <a:pt x="4928" y="6683"/>
                    <a:pt x="5098" y="6610"/>
                    <a:pt x="5220" y="6488"/>
                  </a:cubicBezTo>
                  <a:cubicBezTo>
                    <a:pt x="5367" y="6366"/>
                    <a:pt x="5440" y="6195"/>
                    <a:pt x="5440" y="6000"/>
                  </a:cubicBezTo>
                  <a:lnTo>
                    <a:pt x="5440" y="3268"/>
                  </a:lnTo>
                  <a:cubicBezTo>
                    <a:pt x="5440" y="3098"/>
                    <a:pt x="5367" y="2927"/>
                    <a:pt x="5220" y="2781"/>
                  </a:cubicBezTo>
                  <a:close/>
                  <a:moveTo>
                    <a:pt x="9123" y="7463"/>
                  </a:moveTo>
                  <a:cubicBezTo>
                    <a:pt x="8562" y="7805"/>
                    <a:pt x="7976" y="8073"/>
                    <a:pt x="7342" y="8244"/>
                  </a:cubicBezTo>
                  <a:cubicBezTo>
                    <a:pt x="6635" y="8463"/>
                    <a:pt x="5879" y="8561"/>
                    <a:pt x="5123" y="8561"/>
                  </a:cubicBezTo>
                  <a:lnTo>
                    <a:pt x="4391" y="8561"/>
                  </a:lnTo>
                  <a:cubicBezTo>
                    <a:pt x="2976" y="8561"/>
                    <a:pt x="1611" y="8195"/>
                    <a:pt x="391" y="7463"/>
                  </a:cubicBezTo>
                  <a:lnTo>
                    <a:pt x="391" y="11049"/>
                  </a:lnTo>
                  <a:cubicBezTo>
                    <a:pt x="464" y="13414"/>
                    <a:pt x="2391" y="15292"/>
                    <a:pt x="4757" y="15292"/>
                  </a:cubicBezTo>
                  <a:cubicBezTo>
                    <a:pt x="7123" y="15292"/>
                    <a:pt x="9049" y="13414"/>
                    <a:pt x="9123" y="110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9"/>
            <p:cNvSpPr/>
            <p:nvPr/>
          </p:nvSpPr>
          <p:spPr>
            <a:xfrm>
              <a:off x="3202911" y="3533904"/>
              <a:ext cx="371149" cy="686979"/>
            </a:xfrm>
            <a:custGeom>
              <a:avLst/>
              <a:gdLst/>
              <a:ahLst/>
              <a:cxnLst/>
              <a:rect l="l" t="t" r="r" b="b"/>
              <a:pathLst>
                <a:path w="4220" h="7855" extrusionOk="0">
                  <a:moveTo>
                    <a:pt x="537" y="2171"/>
                  </a:moveTo>
                  <a:cubicBezTo>
                    <a:pt x="732" y="2342"/>
                    <a:pt x="829" y="2586"/>
                    <a:pt x="829" y="2854"/>
                  </a:cubicBezTo>
                  <a:lnTo>
                    <a:pt x="829" y="5586"/>
                  </a:lnTo>
                  <a:cubicBezTo>
                    <a:pt x="829" y="6074"/>
                    <a:pt x="488" y="6488"/>
                    <a:pt x="0" y="6562"/>
                  </a:cubicBezTo>
                  <a:lnTo>
                    <a:pt x="0" y="7854"/>
                  </a:lnTo>
                  <a:lnTo>
                    <a:pt x="220" y="7854"/>
                  </a:lnTo>
                  <a:cubicBezTo>
                    <a:pt x="951" y="7854"/>
                    <a:pt x="1659" y="7757"/>
                    <a:pt x="2366" y="7562"/>
                  </a:cubicBezTo>
                  <a:cubicBezTo>
                    <a:pt x="3025" y="7342"/>
                    <a:pt x="3634" y="7074"/>
                    <a:pt x="4220" y="6708"/>
                  </a:cubicBezTo>
                  <a:lnTo>
                    <a:pt x="4220" y="4342"/>
                  </a:lnTo>
                  <a:cubicBezTo>
                    <a:pt x="4195" y="2001"/>
                    <a:pt x="2342" y="74"/>
                    <a:pt x="0" y="1"/>
                  </a:cubicBezTo>
                  <a:lnTo>
                    <a:pt x="0" y="1903"/>
                  </a:lnTo>
                  <a:cubicBezTo>
                    <a:pt x="220" y="1928"/>
                    <a:pt x="390" y="2025"/>
                    <a:pt x="537" y="217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9"/>
            <p:cNvSpPr/>
            <p:nvPr/>
          </p:nvSpPr>
          <p:spPr>
            <a:xfrm>
              <a:off x="3129912" y="3708819"/>
              <a:ext cx="120228" cy="373356"/>
            </a:xfrm>
            <a:custGeom>
              <a:avLst/>
              <a:gdLst/>
              <a:ahLst/>
              <a:cxnLst/>
              <a:rect l="l" t="t" r="r" b="b"/>
              <a:pathLst>
                <a:path w="1367" h="4269" extrusionOk="0">
                  <a:moveTo>
                    <a:pt x="1367" y="3586"/>
                  </a:moveTo>
                  <a:lnTo>
                    <a:pt x="1367" y="854"/>
                  </a:lnTo>
                  <a:cubicBezTo>
                    <a:pt x="1294" y="1"/>
                    <a:pt x="74" y="1"/>
                    <a:pt x="1" y="854"/>
                  </a:cubicBezTo>
                  <a:lnTo>
                    <a:pt x="1" y="3586"/>
                  </a:lnTo>
                  <a:cubicBezTo>
                    <a:pt x="1" y="3976"/>
                    <a:pt x="318" y="4269"/>
                    <a:pt x="684" y="4269"/>
                  </a:cubicBezTo>
                  <a:cubicBezTo>
                    <a:pt x="855" y="4269"/>
                    <a:pt x="1025" y="4196"/>
                    <a:pt x="1172" y="4074"/>
                  </a:cubicBezTo>
                  <a:cubicBezTo>
                    <a:pt x="1294" y="3952"/>
                    <a:pt x="1367" y="3781"/>
                    <a:pt x="1367" y="358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9"/>
            <p:cNvSpPr/>
            <p:nvPr/>
          </p:nvSpPr>
          <p:spPr>
            <a:xfrm>
              <a:off x="2806080" y="3533904"/>
              <a:ext cx="371149" cy="686979"/>
            </a:xfrm>
            <a:custGeom>
              <a:avLst/>
              <a:gdLst/>
              <a:ahLst/>
              <a:cxnLst/>
              <a:rect l="l" t="t" r="r" b="b"/>
              <a:pathLst>
                <a:path w="4220" h="7855" extrusionOk="0">
                  <a:moveTo>
                    <a:pt x="3390" y="5586"/>
                  </a:moveTo>
                  <a:lnTo>
                    <a:pt x="3390" y="2854"/>
                  </a:lnTo>
                  <a:cubicBezTo>
                    <a:pt x="3390" y="2367"/>
                    <a:pt x="3756" y="1976"/>
                    <a:pt x="4220" y="1903"/>
                  </a:cubicBezTo>
                  <a:lnTo>
                    <a:pt x="4220" y="1"/>
                  </a:lnTo>
                  <a:cubicBezTo>
                    <a:pt x="1878" y="74"/>
                    <a:pt x="25" y="2001"/>
                    <a:pt x="0" y="4342"/>
                  </a:cubicBezTo>
                  <a:lnTo>
                    <a:pt x="0" y="6708"/>
                  </a:lnTo>
                  <a:cubicBezTo>
                    <a:pt x="585" y="7049"/>
                    <a:pt x="1220" y="7342"/>
                    <a:pt x="1854" y="7537"/>
                  </a:cubicBezTo>
                  <a:cubicBezTo>
                    <a:pt x="2561" y="7732"/>
                    <a:pt x="3268" y="7854"/>
                    <a:pt x="4000" y="7830"/>
                  </a:cubicBezTo>
                  <a:lnTo>
                    <a:pt x="4220" y="7830"/>
                  </a:lnTo>
                  <a:lnTo>
                    <a:pt x="4220" y="6562"/>
                  </a:lnTo>
                  <a:cubicBezTo>
                    <a:pt x="3732" y="6488"/>
                    <a:pt x="3390" y="6074"/>
                    <a:pt x="3390" y="558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9"/>
            <p:cNvSpPr/>
            <p:nvPr/>
          </p:nvSpPr>
          <p:spPr>
            <a:xfrm>
              <a:off x="2806080" y="4150392"/>
              <a:ext cx="767979" cy="684792"/>
            </a:xfrm>
            <a:custGeom>
              <a:avLst/>
              <a:gdLst/>
              <a:ahLst/>
              <a:cxnLst/>
              <a:rect l="l" t="t" r="r" b="b"/>
              <a:pathLst>
                <a:path w="8732" h="7830" extrusionOk="0">
                  <a:moveTo>
                    <a:pt x="6976" y="781"/>
                  </a:moveTo>
                  <a:cubicBezTo>
                    <a:pt x="6244" y="1000"/>
                    <a:pt x="5488" y="1098"/>
                    <a:pt x="4732" y="1098"/>
                  </a:cubicBezTo>
                  <a:lnTo>
                    <a:pt x="4000" y="1098"/>
                  </a:lnTo>
                  <a:cubicBezTo>
                    <a:pt x="2585" y="1098"/>
                    <a:pt x="1220" y="732"/>
                    <a:pt x="0" y="0"/>
                  </a:cubicBezTo>
                  <a:lnTo>
                    <a:pt x="0" y="3586"/>
                  </a:lnTo>
                  <a:cubicBezTo>
                    <a:pt x="73" y="5951"/>
                    <a:pt x="2000" y="7829"/>
                    <a:pt x="4366" y="7829"/>
                  </a:cubicBezTo>
                  <a:cubicBezTo>
                    <a:pt x="6732" y="7829"/>
                    <a:pt x="8658" y="5951"/>
                    <a:pt x="8732" y="3586"/>
                  </a:cubicBezTo>
                  <a:lnTo>
                    <a:pt x="8732" y="0"/>
                  </a:lnTo>
                  <a:cubicBezTo>
                    <a:pt x="8171" y="342"/>
                    <a:pt x="7585" y="610"/>
                    <a:pt x="6976" y="78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9"/>
            <p:cNvSpPr/>
            <p:nvPr/>
          </p:nvSpPr>
          <p:spPr>
            <a:xfrm>
              <a:off x="3505371" y="4248519"/>
              <a:ext cx="34388" cy="266658"/>
            </a:xfrm>
            <a:custGeom>
              <a:avLst/>
              <a:gdLst/>
              <a:ahLst/>
              <a:cxnLst/>
              <a:rect l="l" t="t" r="r" b="b"/>
              <a:pathLst>
                <a:path w="391" h="3049" extrusionOk="0">
                  <a:moveTo>
                    <a:pt x="0" y="195"/>
                  </a:moveTo>
                  <a:cubicBezTo>
                    <a:pt x="0" y="98"/>
                    <a:pt x="98" y="0"/>
                    <a:pt x="195" y="0"/>
                  </a:cubicBezTo>
                  <a:cubicBezTo>
                    <a:pt x="317" y="0"/>
                    <a:pt x="390" y="98"/>
                    <a:pt x="390" y="195"/>
                  </a:cubicBezTo>
                  <a:lnTo>
                    <a:pt x="390" y="1927"/>
                  </a:lnTo>
                  <a:cubicBezTo>
                    <a:pt x="390" y="2025"/>
                    <a:pt x="317" y="2122"/>
                    <a:pt x="195" y="2122"/>
                  </a:cubicBezTo>
                  <a:cubicBezTo>
                    <a:pt x="98" y="2122"/>
                    <a:pt x="0" y="2025"/>
                    <a:pt x="0" y="1927"/>
                  </a:cubicBezTo>
                  <a:close/>
                  <a:moveTo>
                    <a:pt x="0" y="2537"/>
                  </a:moveTo>
                  <a:cubicBezTo>
                    <a:pt x="0" y="2439"/>
                    <a:pt x="98" y="2342"/>
                    <a:pt x="195" y="2342"/>
                  </a:cubicBezTo>
                  <a:cubicBezTo>
                    <a:pt x="317" y="2342"/>
                    <a:pt x="390" y="2439"/>
                    <a:pt x="390" y="2537"/>
                  </a:cubicBezTo>
                  <a:lnTo>
                    <a:pt x="390" y="2854"/>
                  </a:lnTo>
                  <a:cubicBezTo>
                    <a:pt x="390" y="2951"/>
                    <a:pt x="317" y="3049"/>
                    <a:pt x="195" y="3049"/>
                  </a:cubicBezTo>
                  <a:cubicBezTo>
                    <a:pt x="73" y="3049"/>
                    <a:pt x="0" y="2951"/>
                    <a:pt x="0" y="28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9"/>
            <p:cNvSpPr/>
            <p:nvPr/>
          </p:nvSpPr>
          <p:spPr>
            <a:xfrm>
              <a:off x="3202911" y="3533904"/>
              <a:ext cx="371149" cy="633630"/>
            </a:xfrm>
            <a:custGeom>
              <a:avLst/>
              <a:gdLst/>
              <a:ahLst/>
              <a:cxnLst/>
              <a:rect l="l" t="t" r="r" b="b"/>
              <a:pathLst>
                <a:path w="4220" h="7245" extrusionOk="0">
                  <a:moveTo>
                    <a:pt x="3610" y="4635"/>
                  </a:moveTo>
                  <a:lnTo>
                    <a:pt x="3610" y="7001"/>
                  </a:lnTo>
                  <a:cubicBezTo>
                    <a:pt x="3464" y="7098"/>
                    <a:pt x="3317" y="7171"/>
                    <a:pt x="3171" y="7244"/>
                  </a:cubicBezTo>
                  <a:cubicBezTo>
                    <a:pt x="3537" y="7098"/>
                    <a:pt x="3878" y="6903"/>
                    <a:pt x="4220" y="6708"/>
                  </a:cubicBezTo>
                  <a:lnTo>
                    <a:pt x="4220" y="4342"/>
                  </a:lnTo>
                  <a:cubicBezTo>
                    <a:pt x="4195" y="2001"/>
                    <a:pt x="2342" y="74"/>
                    <a:pt x="0" y="1"/>
                  </a:cubicBezTo>
                  <a:lnTo>
                    <a:pt x="0" y="342"/>
                  </a:lnTo>
                  <a:cubicBezTo>
                    <a:pt x="2073" y="732"/>
                    <a:pt x="3586" y="2537"/>
                    <a:pt x="3610" y="4635"/>
                  </a:cubicBezTo>
                  <a:close/>
                </a:path>
              </a:pathLst>
            </a:custGeom>
            <a:solidFill>
              <a:schemeClr val="dk1">
                <a:alpha val="251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9"/>
            <p:cNvSpPr/>
            <p:nvPr/>
          </p:nvSpPr>
          <p:spPr>
            <a:xfrm>
              <a:off x="3329471" y="4150392"/>
              <a:ext cx="246788" cy="667738"/>
            </a:xfrm>
            <a:custGeom>
              <a:avLst/>
              <a:gdLst/>
              <a:ahLst/>
              <a:cxnLst/>
              <a:rect l="l" t="t" r="r" b="b"/>
              <a:pathLst>
                <a:path w="2806" h="7635" extrusionOk="0">
                  <a:moveTo>
                    <a:pt x="2781" y="0"/>
                  </a:moveTo>
                  <a:cubicBezTo>
                    <a:pt x="2586" y="122"/>
                    <a:pt x="2366" y="244"/>
                    <a:pt x="2171" y="342"/>
                  </a:cubicBezTo>
                  <a:lnTo>
                    <a:pt x="2171" y="1122"/>
                  </a:lnTo>
                  <a:lnTo>
                    <a:pt x="2195" y="1122"/>
                  </a:lnTo>
                  <a:cubicBezTo>
                    <a:pt x="2317" y="1122"/>
                    <a:pt x="2390" y="1220"/>
                    <a:pt x="2390" y="1317"/>
                  </a:cubicBezTo>
                  <a:lnTo>
                    <a:pt x="2390" y="3049"/>
                  </a:lnTo>
                  <a:cubicBezTo>
                    <a:pt x="2390" y="3147"/>
                    <a:pt x="2317" y="3244"/>
                    <a:pt x="2195" y="3244"/>
                  </a:cubicBezTo>
                  <a:lnTo>
                    <a:pt x="2171" y="3244"/>
                  </a:lnTo>
                  <a:lnTo>
                    <a:pt x="2171" y="3464"/>
                  </a:lnTo>
                  <a:lnTo>
                    <a:pt x="2195" y="3464"/>
                  </a:lnTo>
                  <a:cubicBezTo>
                    <a:pt x="2317" y="3464"/>
                    <a:pt x="2390" y="3561"/>
                    <a:pt x="2390" y="3683"/>
                  </a:cubicBezTo>
                  <a:lnTo>
                    <a:pt x="2390" y="3976"/>
                  </a:lnTo>
                  <a:cubicBezTo>
                    <a:pt x="2390" y="4098"/>
                    <a:pt x="2317" y="4171"/>
                    <a:pt x="2195" y="4171"/>
                  </a:cubicBezTo>
                  <a:lnTo>
                    <a:pt x="2171" y="4171"/>
                  </a:lnTo>
                  <a:cubicBezTo>
                    <a:pt x="2049" y="5610"/>
                    <a:pt x="1244" y="6903"/>
                    <a:pt x="0" y="7634"/>
                  </a:cubicBezTo>
                  <a:cubicBezTo>
                    <a:pt x="1683" y="6976"/>
                    <a:pt x="2781" y="5366"/>
                    <a:pt x="2805" y="3586"/>
                  </a:cubicBezTo>
                  <a:close/>
                </a:path>
              </a:pathLst>
            </a:custGeom>
            <a:solidFill>
              <a:schemeClr val="dk1">
                <a:alpha val="251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9"/>
            <p:cNvSpPr/>
            <p:nvPr/>
          </p:nvSpPr>
          <p:spPr>
            <a:xfrm>
              <a:off x="3138531" y="3728060"/>
              <a:ext cx="111609" cy="373356"/>
            </a:xfrm>
            <a:custGeom>
              <a:avLst/>
              <a:gdLst/>
              <a:ahLst/>
              <a:cxnLst/>
              <a:rect l="l" t="t" r="r" b="b"/>
              <a:pathLst>
                <a:path w="1269" h="4269" extrusionOk="0">
                  <a:moveTo>
                    <a:pt x="879" y="317"/>
                  </a:moveTo>
                  <a:lnTo>
                    <a:pt x="879" y="3049"/>
                  </a:lnTo>
                  <a:cubicBezTo>
                    <a:pt x="879" y="3439"/>
                    <a:pt x="586" y="3732"/>
                    <a:pt x="220" y="3732"/>
                  </a:cubicBezTo>
                  <a:cubicBezTo>
                    <a:pt x="147" y="3732"/>
                    <a:pt x="74" y="3732"/>
                    <a:pt x="1" y="3707"/>
                  </a:cubicBezTo>
                  <a:cubicBezTo>
                    <a:pt x="25" y="3756"/>
                    <a:pt x="74" y="3805"/>
                    <a:pt x="123" y="3854"/>
                  </a:cubicBezTo>
                  <a:cubicBezTo>
                    <a:pt x="537" y="4268"/>
                    <a:pt x="1244" y="3976"/>
                    <a:pt x="1269" y="3366"/>
                  </a:cubicBezTo>
                  <a:lnTo>
                    <a:pt x="1269" y="634"/>
                  </a:lnTo>
                  <a:cubicBezTo>
                    <a:pt x="1269" y="464"/>
                    <a:pt x="1196" y="293"/>
                    <a:pt x="1074" y="147"/>
                  </a:cubicBezTo>
                  <a:cubicBezTo>
                    <a:pt x="976" y="73"/>
                    <a:pt x="903" y="25"/>
                    <a:pt x="805" y="0"/>
                  </a:cubicBezTo>
                  <a:cubicBezTo>
                    <a:pt x="854" y="98"/>
                    <a:pt x="879" y="195"/>
                    <a:pt x="879" y="317"/>
                  </a:cubicBezTo>
                  <a:close/>
                </a:path>
              </a:pathLst>
            </a:custGeom>
            <a:solidFill>
              <a:schemeClr val="dk1">
                <a:alpha val="251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grpSp>
        <p:nvGrpSpPr>
          <p:cNvPr id="479" name="Google Shape;479;p31"/>
          <p:cNvGrpSpPr/>
          <p:nvPr/>
        </p:nvGrpSpPr>
        <p:grpSpPr>
          <a:xfrm>
            <a:off x="4754850" y="3195960"/>
            <a:ext cx="3771900" cy="1412550"/>
            <a:chOff x="4754850" y="1600325"/>
            <a:chExt cx="3771900" cy="1412550"/>
          </a:xfrm>
        </p:grpSpPr>
        <p:sp>
          <p:nvSpPr>
            <p:cNvPr id="480" name="Google Shape;480;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2" name="Google Shape;482;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483" name="Google Shape;483;p31"/>
          <p:cNvGrpSpPr/>
          <p:nvPr/>
        </p:nvGrpSpPr>
        <p:grpSpPr>
          <a:xfrm>
            <a:off x="715100" y="3195863"/>
            <a:ext cx="3771900" cy="1412550"/>
            <a:chOff x="4754850" y="1600325"/>
            <a:chExt cx="3771900" cy="1412550"/>
          </a:xfrm>
        </p:grpSpPr>
        <p:sp>
          <p:nvSpPr>
            <p:cNvPr id="484" name="Google Shape;484;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6" name="Google Shape;486;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487" name="Google Shape;487;p31"/>
          <p:cNvGrpSpPr/>
          <p:nvPr/>
        </p:nvGrpSpPr>
        <p:grpSpPr>
          <a:xfrm>
            <a:off x="715100" y="1600313"/>
            <a:ext cx="3771900" cy="1412550"/>
            <a:chOff x="4754850" y="1600325"/>
            <a:chExt cx="3771900" cy="1412550"/>
          </a:xfrm>
        </p:grpSpPr>
        <p:sp>
          <p:nvSpPr>
            <p:cNvPr id="488" name="Google Shape;488;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0" name="Google Shape;490;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491" name="Google Shape;491;p31"/>
          <p:cNvGrpSpPr/>
          <p:nvPr/>
        </p:nvGrpSpPr>
        <p:grpSpPr>
          <a:xfrm>
            <a:off x="4754850" y="1600313"/>
            <a:ext cx="3771900" cy="1412550"/>
            <a:chOff x="4754850" y="1600325"/>
            <a:chExt cx="3771900" cy="1412550"/>
          </a:xfrm>
        </p:grpSpPr>
        <p:sp>
          <p:nvSpPr>
            <p:cNvPr id="492" name="Google Shape;492;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4" name="Google Shape;494;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95" name="Google Shape;495;p31"/>
          <p:cNvSpPr txBox="1">
            <a:spLocks noGrp="1"/>
          </p:cNvSpPr>
          <p:nvPr>
            <p:ph type="subTitle" idx="1"/>
          </p:nvPr>
        </p:nvSpPr>
        <p:spPr>
          <a:xfrm>
            <a:off x="713992" y="1593150"/>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600" dirty="0"/>
              <a:t>The Problem</a:t>
            </a:r>
            <a:endParaRPr sz="1600" dirty="0"/>
          </a:p>
        </p:txBody>
      </p:sp>
      <p:sp>
        <p:nvSpPr>
          <p:cNvPr id="496" name="Google Shape;496;p31"/>
          <p:cNvSpPr txBox="1">
            <a:spLocks noGrp="1"/>
          </p:cNvSpPr>
          <p:nvPr>
            <p:ph type="subTitle" idx="2"/>
          </p:nvPr>
        </p:nvSpPr>
        <p:spPr>
          <a:xfrm>
            <a:off x="1559560" y="3581993"/>
            <a:ext cx="2699644" cy="548700"/>
          </a:xfrm>
          <a:prstGeom prst="rect">
            <a:avLst/>
          </a:prstGeom>
        </p:spPr>
        <p:txBody>
          <a:bodyPr spcFirstLastPara="1" wrap="square" lIns="91425" tIns="91425" rIns="91425" bIns="91425" anchor="b" anchorCtr="0">
            <a:noAutofit/>
          </a:bodyPr>
          <a:lstStyle/>
          <a:p>
            <a:pPr marL="0" indent="0"/>
            <a:r>
              <a:rPr lang="en-US" sz="2000" b="1" dirty="0">
                <a:solidFill>
                  <a:srgbClr val="14162E"/>
                </a:solidFill>
                <a:latin typeface="Rubik Black" panose="020B0604020202020204" charset="-79"/>
                <a:ea typeface="Calibri" pitchFamily="34" charset="-122"/>
                <a:cs typeface="Rubik Black" panose="020B0604020202020204" charset="-79"/>
              </a:rPr>
              <a:t>No Cloud Deployment</a:t>
            </a:r>
            <a:endParaRPr lang="en-US" sz="2000" dirty="0">
              <a:latin typeface="Rubik Black" panose="020B0604020202020204" charset="-79"/>
              <a:cs typeface="Rubik Black" panose="020B0604020202020204" charset="-79"/>
            </a:endParaRPr>
          </a:p>
        </p:txBody>
      </p:sp>
      <p:sp>
        <p:nvSpPr>
          <p:cNvPr id="497" name="Google Shape;497;p31"/>
          <p:cNvSpPr txBox="1">
            <a:spLocks noGrp="1"/>
          </p:cNvSpPr>
          <p:nvPr>
            <p:ph type="subTitle" idx="3"/>
          </p:nvPr>
        </p:nvSpPr>
        <p:spPr>
          <a:xfrm>
            <a:off x="5590496" y="1800825"/>
            <a:ext cx="2377500" cy="548700"/>
          </a:xfrm>
          <a:prstGeom prst="rect">
            <a:avLst/>
          </a:prstGeom>
        </p:spPr>
        <p:txBody>
          <a:bodyPr spcFirstLastPara="1" wrap="square" lIns="91425" tIns="91425" rIns="91425" bIns="91425" anchor="b" anchorCtr="0">
            <a:noAutofit/>
          </a:bodyPr>
          <a:lstStyle/>
          <a:p>
            <a:pPr marL="0" indent="0"/>
            <a:r>
              <a:rPr lang="en-US" sz="2000" b="1" dirty="0">
                <a:solidFill>
                  <a:srgbClr val="14162E"/>
                </a:solidFill>
                <a:latin typeface="Rubik Black" panose="020B0604020202020204" charset="-79"/>
                <a:ea typeface="Calibri" pitchFamily="34" charset="-122"/>
                <a:cs typeface="Rubik Black" panose="020B0604020202020204" charset="-79"/>
              </a:rPr>
              <a:t>No Paid APIs</a:t>
            </a:r>
            <a:endParaRPr lang="en-US" sz="2000" dirty="0">
              <a:latin typeface="Rubik Black" panose="020B0604020202020204" charset="-79"/>
              <a:cs typeface="Rubik Black" panose="020B0604020202020204" charset="-79"/>
            </a:endParaRPr>
          </a:p>
        </p:txBody>
      </p:sp>
      <p:sp>
        <p:nvSpPr>
          <p:cNvPr id="499" name="Google Shape;499;p31"/>
          <p:cNvSpPr txBox="1">
            <a:spLocks noGrp="1"/>
          </p:cNvSpPr>
          <p:nvPr>
            <p:ph type="subTitle" idx="5"/>
          </p:nvPr>
        </p:nvSpPr>
        <p:spPr>
          <a:xfrm>
            <a:off x="713992" y="1995259"/>
            <a:ext cx="3648496" cy="926254"/>
          </a:xfrm>
          <a:prstGeom prst="rect">
            <a:avLst/>
          </a:prstGeom>
        </p:spPr>
        <p:txBody>
          <a:bodyPr spcFirstLastPara="1" wrap="square" lIns="91425" tIns="91425" rIns="91425" bIns="91425" anchor="t" anchorCtr="0">
            <a:noAutofit/>
          </a:bodyPr>
          <a:lstStyle/>
          <a:p>
            <a:pPr marL="0" indent="0"/>
            <a:r>
              <a:rPr lang="en-US" sz="900" dirty="0">
                <a:solidFill>
                  <a:schemeClr val="tx1"/>
                </a:solidFill>
                <a:latin typeface="Karla" panose="020F0502020204030204" pitchFamily="2" charset="0"/>
                <a:ea typeface="Calibri" pitchFamily="34" charset="-122"/>
                <a:cs typeface="Calibri" pitchFamily="34" charset="-120"/>
              </a:rPr>
              <a:t>A standard chatbot answers based on what it learned during training, frozen the day training ended. This project needed to answer questions about stocks, politics, and current events that happened after that cutoff, which meant every answer had to come from a live web search, not memory. </a:t>
            </a:r>
            <a:r>
              <a:rPr lang="en-US" sz="900" b="1" dirty="0">
                <a:solidFill>
                  <a:schemeClr val="tx1"/>
                </a:solidFill>
                <a:latin typeface="Karla" panose="020F0502020204030204" pitchFamily="2" charset="0"/>
                <a:ea typeface="Calibri" pitchFamily="34" charset="-122"/>
                <a:cs typeface="Calibri" pitchFamily="34" charset="-120"/>
              </a:rPr>
              <a:t>The brief came with three problems :</a:t>
            </a:r>
            <a:endParaRPr lang="en-US" sz="900" b="1" dirty="0">
              <a:solidFill>
                <a:schemeClr val="tx1"/>
              </a:solidFill>
              <a:latin typeface="Karla" panose="020F0502020204030204" pitchFamily="2" charset="0"/>
            </a:endParaRPr>
          </a:p>
        </p:txBody>
      </p:sp>
      <p:sp>
        <p:nvSpPr>
          <p:cNvPr id="500" name="Google Shape;500;p31"/>
          <p:cNvSpPr txBox="1">
            <a:spLocks noGrp="1"/>
          </p:cNvSpPr>
          <p:nvPr>
            <p:ph type="title" idx="6"/>
          </p:nvPr>
        </p:nvSpPr>
        <p:spPr>
          <a:xfrm>
            <a:off x="4754550" y="1803601"/>
            <a:ext cx="814360" cy="76814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01</a:t>
            </a:r>
            <a:endParaRPr sz="4000" dirty="0"/>
          </a:p>
        </p:txBody>
      </p:sp>
      <p:sp>
        <p:nvSpPr>
          <p:cNvPr id="501" name="Google Shape;501;p31"/>
          <p:cNvSpPr txBox="1">
            <a:spLocks noGrp="1"/>
          </p:cNvSpPr>
          <p:nvPr>
            <p:ph type="subTitle" idx="7"/>
          </p:nvPr>
        </p:nvSpPr>
        <p:spPr>
          <a:xfrm>
            <a:off x="5322849" y="2278207"/>
            <a:ext cx="3052117" cy="640200"/>
          </a:xfrm>
          <a:prstGeom prst="rect">
            <a:avLst/>
          </a:prstGeom>
        </p:spPr>
        <p:txBody>
          <a:bodyPr spcFirstLastPara="1" wrap="square" lIns="91425" tIns="91425" rIns="91425" bIns="91425" anchor="t" anchorCtr="0">
            <a:noAutofit/>
          </a:bodyPr>
          <a:lstStyle/>
          <a:p>
            <a:pPr marL="0" indent="0"/>
            <a:r>
              <a:rPr lang="en-US" sz="1200" dirty="0">
                <a:solidFill>
                  <a:schemeClr val="tx1"/>
                </a:solidFill>
                <a:latin typeface="Karla" pitchFamily="2" charset="0"/>
                <a:ea typeface="Calibri" pitchFamily="34" charset="-122"/>
                <a:cs typeface="Calibri" pitchFamily="34" charset="-120"/>
              </a:rPr>
              <a:t>Every component had to run on free tiers or fully local tools.</a:t>
            </a:r>
            <a:endParaRPr lang="en-US" sz="1200" dirty="0">
              <a:solidFill>
                <a:schemeClr val="tx1"/>
              </a:solidFill>
              <a:latin typeface="Karla" pitchFamily="2" charset="0"/>
            </a:endParaRPr>
          </a:p>
        </p:txBody>
      </p:sp>
      <p:sp>
        <p:nvSpPr>
          <p:cNvPr id="502" name="Google Shape;502;p31"/>
          <p:cNvSpPr txBox="1">
            <a:spLocks noGrp="1"/>
          </p:cNvSpPr>
          <p:nvPr>
            <p:ph type="title" idx="8"/>
          </p:nvPr>
        </p:nvSpPr>
        <p:spPr>
          <a:xfrm>
            <a:off x="739225" y="3375785"/>
            <a:ext cx="866165" cy="82289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02</a:t>
            </a:r>
            <a:endParaRPr sz="4000" dirty="0"/>
          </a:p>
        </p:txBody>
      </p:sp>
      <p:sp>
        <p:nvSpPr>
          <p:cNvPr id="503" name="Google Shape;503;p31"/>
          <p:cNvSpPr txBox="1">
            <a:spLocks noGrp="1"/>
          </p:cNvSpPr>
          <p:nvPr>
            <p:ph type="subTitle" idx="9"/>
          </p:nvPr>
        </p:nvSpPr>
        <p:spPr>
          <a:xfrm>
            <a:off x="1375317" y="3944915"/>
            <a:ext cx="3068130" cy="640200"/>
          </a:xfrm>
          <a:prstGeom prst="rect">
            <a:avLst/>
          </a:prstGeom>
        </p:spPr>
        <p:txBody>
          <a:bodyPr spcFirstLastPara="1" wrap="square" lIns="91425" tIns="91425" rIns="91425" bIns="91425" anchor="t" anchorCtr="0">
            <a:noAutofit/>
          </a:bodyPr>
          <a:lstStyle/>
          <a:p>
            <a:pPr marL="0" indent="0"/>
            <a:r>
              <a:rPr lang="en-US" sz="1200" dirty="0">
                <a:solidFill>
                  <a:schemeClr val="tx1"/>
                </a:solidFill>
                <a:latin typeface="Calibri" pitchFamily="34" charset="0"/>
                <a:ea typeface="Calibri" pitchFamily="34" charset="-122"/>
                <a:cs typeface="Calibri" pitchFamily="34" charset="-120"/>
              </a:rPr>
              <a:t>The finished system runs entirely on-premise, a single local machine, no public server.</a:t>
            </a:r>
            <a:endParaRPr lang="en-US" sz="1200" dirty="0">
              <a:solidFill>
                <a:schemeClr val="tx1"/>
              </a:solidFill>
            </a:endParaRPr>
          </a:p>
        </p:txBody>
      </p:sp>
      <p:sp>
        <p:nvSpPr>
          <p:cNvPr id="504" name="Google Shape;504;p31"/>
          <p:cNvSpPr txBox="1">
            <a:spLocks noGrp="1"/>
          </p:cNvSpPr>
          <p:nvPr>
            <p:ph type="title" idx="15"/>
          </p:nvPr>
        </p:nvSpPr>
        <p:spPr>
          <a:xfrm>
            <a:off x="715650" y="731525"/>
            <a:ext cx="7713300" cy="685800"/>
          </a:xfrm>
          <a:prstGeom prst="rect">
            <a:avLst/>
          </a:prstGeom>
        </p:spPr>
        <p:txBody>
          <a:bodyPr spcFirstLastPara="1" wrap="square" lIns="91425" tIns="91425" rIns="91425" bIns="91425" anchor="t" anchorCtr="0">
            <a:noAutofit/>
          </a:bodyPr>
          <a:lstStyle/>
          <a:p>
            <a:r>
              <a:rPr lang="en-US" sz="3600" b="1" dirty="0">
                <a:solidFill>
                  <a:srgbClr val="14162E"/>
                </a:solidFill>
                <a:latin typeface="Rubik Black" panose="020B0604020202020204" charset="-79"/>
                <a:ea typeface="Cambria" pitchFamily="34" charset="-122"/>
                <a:cs typeface="Rubik Black" panose="020B0604020202020204" charset="-79"/>
              </a:rPr>
              <a:t>Why This Project Exists</a:t>
            </a:r>
            <a:endParaRPr lang="en-US" sz="3600" dirty="0">
              <a:latin typeface="Rubik Black" panose="020B0604020202020204" charset="-79"/>
              <a:cs typeface="Rubik Black" panose="020B0604020202020204" charset="-79"/>
            </a:endParaRPr>
          </a:p>
        </p:txBody>
      </p:sp>
      <p:sp>
        <p:nvSpPr>
          <p:cNvPr id="505" name="Google Shape;505;p31"/>
          <p:cNvSpPr txBox="1">
            <a:spLocks noGrp="1"/>
          </p:cNvSpPr>
          <p:nvPr>
            <p:ph type="subTitle" idx="4"/>
          </p:nvPr>
        </p:nvSpPr>
        <p:spPr>
          <a:xfrm>
            <a:off x="5647634" y="3372973"/>
            <a:ext cx="2286000" cy="548700"/>
          </a:xfrm>
          <a:prstGeom prst="rect">
            <a:avLst/>
          </a:prstGeom>
        </p:spPr>
        <p:txBody>
          <a:bodyPr spcFirstLastPara="1" wrap="square" lIns="91425" tIns="91425" rIns="91425" bIns="91425" anchor="b" anchorCtr="0">
            <a:noAutofit/>
          </a:bodyPr>
          <a:lstStyle/>
          <a:p>
            <a:pPr marL="0" indent="0"/>
            <a:r>
              <a:rPr lang="en-US" sz="1800" b="1" dirty="0">
                <a:solidFill>
                  <a:srgbClr val="14162E"/>
                </a:solidFill>
                <a:latin typeface="Rubik Black" panose="020B0604020202020204" charset="-79"/>
                <a:ea typeface="Calibri" pitchFamily="34" charset="-122"/>
                <a:cs typeface="Rubik Black" panose="020B0604020202020204" charset="-79"/>
              </a:rPr>
              <a:t>No Dedicated GPU</a:t>
            </a:r>
            <a:endParaRPr lang="en-US" sz="1800" dirty="0">
              <a:latin typeface="Rubik Black" panose="020B0604020202020204" charset="-79"/>
              <a:cs typeface="Rubik Black" panose="020B0604020202020204" charset="-79"/>
            </a:endParaRPr>
          </a:p>
        </p:txBody>
      </p:sp>
      <p:sp>
        <p:nvSpPr>
          <p:cNvPr id="506" name="Google Shape;506;p31"/>
          <p:cNvSpPr txBox="1">
            <a:spLocks noGrp="1"/>
          </p:cNvSpPr>
          <p:nvPr>
            <p:ph type="title" idx="13"/>
          </p:nvPr>
        </p:nvSpPr>
        <p:spPr>
          <a:xfrm>
            <a:off x="4768181" y="3399139"/>
            <a:ext cx="866122" cy="7315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03</a:t>
            </a:r>
            <a:endParaRPr sz="4000" dirty="0"/>
          </a:p>
        </p:txBody>
      </p:sp>
      <p:sp>
        <p:nvSpPr>
          <p:cNvPr id="507" name="Google Shape;507;p31"/>
          <p:cNvSpPr txBox="1">
            <a:spLocks noGrp="1"/>
          </p:cNvSpPr>
          <p:nvPr>
            <p:ph type="subTitle" idx="14"/>
          </p:nvPr>
        </p:nvSpPr>
        <p:spPr>
          <a:xfrm>
            <a:off x="5374888" y="3856343"/>
            <a:ext cx="2999765" cy="640200"/>
          </a:xfrm>
          <a:prstGeom prst="rect">
            <a:avLst/>
          </a:prstGeom>
        </p:spPr>
        <p:txBody>
          <a:bodyPr spcFirstLastPara="1" wrap="square" lIns="91425" tIns="91425" rIns="91425" bIns="91425" anchor="t" anchorCtr="0">
            <a:noAutofit/>
          </a:bodyPr>
          <a:lstStyle/>
          <a:p>
            <a:pPr marL="0" indent="0"/>
            <a:r>
              <a:rPr lang="en-US" sz="1200" dirty="0">
                <a:solidFill>
                  <a:schemeClr val="tx1"/>
                </a:solidFill>
                <a:latin typeface="Karla" pitchFamily="2" charset="0"/>
                <a:ea typeface="Calibri" pitchFamily="34" charset="-122"/>
                <a:cs typeface="Calibri" pitchFamily="34" charset="-120"/>
              </a:rPr>
              <a:t>Model size and architecture had to be independently researched, not assumed.</a:t>
            </a:r>
            <a:endParaRPr lang="en-US" sz="1200" dirty="0">
              <a:solidFill>
                <a:schemeClr val="tx1"/>
              </a:solidFill>
              <a:latin typeface="Karla" pitchFamily="2" charset="0"/>
            </a:endParaRPr>
          </a:p>
        </p:txBody>
      </p:sp>
      <p:sp>
        <p:nvSpPr>
          <p:cNvPr id="508" name="Google Shape;508;p31"/>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grpSp>
        <p:nvGrpSpPr>
          <p:cNvPr id="683" name="Google Shape;683;p36"/>
          <p:cNvGrpSpPr/>
          <p:nvPr/>
        </p:nvGrpSpPr>
        <p:grpSpPr>
          <a:xfrm>
            <a:off x="4101079" y="1618096"/>
            <a:ext cx="941841" cy="2789257"/>
            <a:chOff x="6592201" y="2061933"/>
            <a:chExt cx="941841" cy="2789257"/>
          </a:xfrm>
        </p:grpSpPr>
        <p:sp>
          <p:nvSpPr>
            <p:cNvPr id="684" name="Google Shape;684;p36"/>
            <p:cNvSpPr/>
            <p:nvPr/>
          </p:nvSpPr>
          <p:spPr>
            <a:xfrm>
              <a:off x="6592201" y="2061933"/>
              <a:ext cx="941841" cy="2789257"/>
            </a:xfrm>
            <a:custGeom>
              <a:avLst/>
              <a:gdLst/>
              <a:ahLst/>
              <a:cxnLst/>
              <a:rect l="l" t="t" r="r" b="b"/>
              <a:pathLst>
                <a:path w="8343" h="24976" extrusionOk="0">
                  <a:moveTo>
                    <a:pt x="440" y="24537"/>
                  </a:moveTo>
                  <a:cubicBezTo>
                    <a:pt x="147" y="24244"/>
                    <a:pt x="1" y="23854"/>
                    <a:pt x="1" y="23464"/>
                  </a:cubicBezTo>
                  <a:lnTo>
                    <a:pt x="1" y="4074"/>
                  </a:lnTo>
                  <a:cubicBezTo>
                    <a:pt x="50" y="1805"/>
                    <a:pt x="1903" y="1"/>
                    <a:pt x="4172" y="1"/>
                  </a:cubicBezTo>
                  <a:cubicBezTo>
                    <a:pt x="6440" y="1"/>
                    <a:pt x="8269" y="1805"/>
                    <a:pt x="8342" y="4074"/>
                  </a:cubicBezTo>
                  <a:lnTo>
                    <a:pt x="8342" y="23464"/>
                  </a:lnTo>
                  <a:cubicBezTo>
                    <a:pt x="8342" y="24293"/>
                    <a:pt x="7659" y="24976"/>
                    <a:pt x="6806" y="24976"/>
                  </a:cubicBezTo>
                  <a:lnTo>
                    <a:pt x="1537" y="24976"/>
                  </a:lnTo>
                  <a:cubicBezTo>
                    <a:pt x="1123" y="24976"/>
                    <a:pt x="733" y="24829"/>
                    <a:pt x="440" y="24537"/>
                  </a:cubicBezTo>
                  <a:close/>
                  <a:moveTo>
                    <a:pt x="4172" y="3293"/>
                  </a:moveTo>
                  <a:cubicBezTo>
                    <a:pt x="4952" y="3293"/>
                    <a:pt x="4952" y="2147"/>
                    <a:pt x="4172" y="2147"/>
                  </a:cubicBezTo>
                  <a:cubicBezTo>
                    <a:pt x="4025" y="2147"/>
                    <a:pt x="3879" y="2196"/>
                    <a:pt x="3757" y="2318"/>
                  </a:cubicBezTo>
                  <a:cubicBezTo>
                    <a:pt x="3537" y="2537"/>
                    <a:pt x="3537" y="2903"/>
                    <a:pt x="3757" y="3123"/>
                  </a:cubicBezTo>
                  <a:cubicBezTo>
                    <a:pt x="3879" y="3244"/>
                    <a:pt x="4025" y="3293"/>
                    <a:pt x="4172" y="3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6"/>
            <p:cNvSpPr/>
            <p:nvPr/>
          </p:nvSpPr>
          <p:spPr>
            <a:xfrm>
              <a:off x="6592201" y="2061933"/>
              <a:ext cx="941841" cy="2789257"/>
            </a:xfrm>
            <a:custGeom>
              <a:avLst/>
              <a:gdLst/>
              <a:ahLst/>
              <a:cxnLst/>
              <a:rect l="l" t="t" r="r" b="b"/>
              <a:pathLst>
                <a:path w="8343" h="24976" extrusionOk="0">
                  <a:moveTo>
                    <a:pt x="391" y="23464"/>
                  </a:moveTo>
                  <a:cubicBezTo>
                    <a:pt x="391" y="23756"/>
                    <a:pt x="513" y="24049"/>
                    <a:pt x="733" y="24268"/>
                  </a:cubicBezTo>
                  <a:cubicBezTo>
                    <a:pt x="928" y="24488"/>
                    <a:pt x="1220" y="24585"/>
                    <a:pt x="1537" y="24585"/>
                  </a:cubicBezTo>
                  <a:lnTo>
                    <a:pt x="6806" y="24585"/>
                  </a:lnTo>
                  <a:cubicBezTo>
                    <a:pt x="7440" y="24585"/>
                    <a:pt x="7952" y="24073"/>
                    <a:pt x="7952" y="23464"/>
                  </a:cubicBezTo>
                  <a:lnTo>
                    <a:pt x="7952" y="4074"/>
                  </a:lnTo>
                  <a:cubicBezTo>
                    <a:pt x="7879" y="2025"/>
                    <a:pt x="6220" y="391"/>
                    <a:pt x="4172" y="391"/>
                  </a:cubicBezTo>
                  <a:cubicBezTo>
                    <a:pt x="2123" y="391"/>
                    <a:pt x="440" y="2025"/>
                    <a:pt x="391" y="4074"/>
                  </a:cubicBezTo>
                  <a:close/>
                  <a:moveTo>
                    <a:pt x="4172" y="2196"/>
                  </a:moveTo>
                  <a:cubicBezTo>
                    <a:pt x="4854" y="2196"/>
                    <a:pt x="4854" y="3244"/>
                    <a:pt x="4172" y="3244"/>
                  </a:cubicBezTo>
                  <a:cubicBezTo>
                    <a:pt x="4025" y="3244"/>
                    <a:pt x="3903" y="3171"/>
                    <a:pt x="3806" y="3074"/>
                  </a:cubicBezTo>
                  <a:cubicBezTo>
                    <a:pt x="3611" y="2879"/>
                    <a:pt x="3611" y="2562"/>
                    <a:pt x="3806" y="2342"/>
                  </a:cubicBezTo>
                  <a:cubicBezTo>
                    <a:pt x="3903" y="2245"/>
                    <a:pt x="4025" y="2196"/>
                    <a:pt x="4172" y="2196"/>
                  </a:cubicBezTo>
                  <a:close/>
                  <a:moveTo>
                    <a:pt x="3611" y="2147"/>
                  </a:moveTo>
                  <a:cubicBezTo>
                    <a:pt x="4220" y="1513"/>
                    <a:pt x="5269" y="2196"/>
                    <a:pt x="4928" y="3025"/>
                  </a:cubicBezTo>
                  <a:cubicBezTo>
                    <a:pt x="4586" y="3854"/>
                    <a:pt x="3367" y="3610"/>
                    <a:pt x="3367" y="2708"/>
                  </a:cubicBezTo>
                  <a:cubicBezTo>
                    <a:pt x="3367" y="2488"/>
                    <a:pt x="3440" y="2293"/>
                    <a:pt x="3611" y="2147"/>
                  </a:cubicBezTo>
                  <a:close/>
                  <a:moveTo>
                    <a:pt x="7196" y="19951"/>
                  </a:moveTo>
                  <a:lnTo>
                    <a:pt x="7196" y="19951"/>
                  </a:lnTo>
                  <a:lnTo>
                    <a:pt x="7196" y="22805"/>
                  </a:lnTo>
                  <a:cubicBezTo>
                    <a:pt x="7196" y="22878"/>
                    <a:pt x="7123" y="22951"/>
                    <a:pt x="7049" y="22951"/>
                  </a:cubicBezTo>
                  <a:lnTo>
                    <a:pt x="1294" y="22951"/>
                  </a:lnTo>
                  <a:cubicBezTo>
                    <a:pt x="1220" y="22951"/>
                    <a:pt x="1147" y="22878"/>
                    <a:pt x="1147" y="22805"/>
                  </a:cubicBezTo>
                  <a:lnTo>
                    <a:pt x="1147" y="5635"/>
                  </a:lnTo>
                  <a:cubicBezTo>
                    <a:pt x="1147" y="5562"/>
                    <a:pt x="1220" y="5488"/>
                    <a:pt x="1294" y="5488"/>
                  </a:cubicBezTo>
                  <a:lnTo>
                    <a:pt x="7025" y="5488"/>
                  </a:lnTo>
                  <a:cubicBezTo>
                    <a:pt x="7123" y="5488"/>
                    <a:pt x="7196" y="5562"/>
                    <a:pt x="7196" y="5635"/>
                  </a:cubicBezTo>
                  <a:lnTo>
                    <a:pt x="7196" y="8488"/>
                  </a:lnTo>
                  <a:lnTo>
                    <a:pt x="7196" y="8488"/>
                  </a:lnTo>
                  <a:lnTo>
                    <a:pt x="7196" y="11366"/>
                  </a:lnTo>
                  <a:lnTo>
                    <a:pt x="7196" y="11366"/>
                  </a:lnTo>
                  <a:lnTo>
                    <a:pt x="7196" y="14220"/>
                  </a:lnTo>
                  <a:lnTo>
                    <a:pt x="7196" y="14220"/>
                  </a:lnTo>
                  <a:lnTo>
                    <a:pt x="7196" y="17073"/>
                  </a:lnTo>
                  <a:lnTo>
                    <a:pt x="7196" y="17073"/>
                  </a:lnTo>
                  <a:lnTo>
                    <a:pt x="7196" y="19927"/>
                  </a:lnTo>
                  <a:close/>
                  <a:moveTo>
                    <a:pt x="6879" y="20098"/>
                  </a:moveTo>
                  <a:lnTo>
                    <a:pt x="6879" y="22659"/>
                  </a:lnTo>
                  <a:lnTo>
                    <a:pt x="1440" y="22659"/>
                  </a:lnTo>
                  <a:lnTo>
                    <a:pt x="1440" y="20098"/>
                  </a:lnTo>
                  <a:close/>
                  <a:moveTo>
                    <a:pt x="1440" y="19781"/>
                  </a:moveTo>
                  <a:lnTo>
                    <a:pt x="1440" y="17220"/>
                  </a:lnTo>
                  <a:lnTo>
                    <a:pt x="6879" y="17220"/>
                  </a:lnTo>
                  <a:lnTo>
                    <a:pt x="6879" y="19781"/>
                  </a:lnTo>
                  <a:close/>
                  <a:moveTo>
                    <a:pt x="1440" y="16927"/>
                  </a:moveTo>
                  <a:lnTo>
                    <a:pt x="1440" y="14366"/>
                  </a:lnTo>
                  <a:lnTo>
                    <a:pt x="6879" y="14366"/>
                  </a:lnTo>
                  <a:lnTo>
                    <a:pt x="6879" y="16927"/>
                  </a:lnTo>
                  <a:close/>
                  <a:moveTo>
                    <a:pt x="1440" y="14074"/>
                  </a:moveTo>
                  <a:lnTo>
                    <a:pt x="1440" y="11513"/>
                  </a:lnTo>
                  <a:lnTo>
                    <a:pt x="6879" y="11513"/>
                  </a:lnTo>
                  <a:lnTo>
                    <a:pt x="6879" y="14074"/>
                  </a:lnTo>
                  <a:close/>
                  <a:moveTo>
                    <a:pt x="1440" y="11196"/>
                  </a:moveTo>
                  <a:lnTo>
                    <a:pt x="1440" y="8635"/>
                  </a:lnTo>
                  <a:lnTo>
                    <a:pt x="6879" y="8635"/>
                  </a:lnTo>
                  <a:lnTo>
                    <a:pt x="6879" y="11196"/>
                  </a:lnTo>
                  <a:close/>
                  <a:moveTo>
                    <a:pt x="1440" y="8342"/>
                  </a:moveTo>
                  <a:lnTo>
                    <a:pt x="1440" y="5805"/>
                  </a:lnTo>
                  <a:lnTo>
                    <a:pt x="6879" y="5805"/>
                  </a:lnTo>
                  <a:lnTo>
                    <a:pt x="6879" y="8366"/>
                  </a:lnTo>
                  <a:close/>
                  <a:moveTo>
                    <a:pt x="440" y="24537"/>
                  </a:moveTo>
                  <a:cubicBezTo>
                    <a:pt x="147" y="24244"/>
                    <a:pt x="1" y="23854"/>
                    <a:pt x="1" y="23464"/>
                  </a:cubicBezTo>
                  <a:lnTo>
                    <a:pt x="1" y="4074"/>
                  </a:lnTo>
                  <a:cubicBezTo>
                    <a:pt x="50" y="1805"/>
                    <a:pt x="1903" y="1"/>
                    <a:pt x="4172" y="1"/>
                  </a:cubicBezTo>
                  <a:cubicBezTo>
                    <a:pt x="6440" y="1"/>
                    <a:pt x="8293" y="1805"/>
                    <a:pt x="8342" y="4074"/>
                  </a:cubicBezTo>
                  <a:lnTo>
                    <a:pt x="8342" y="23464"/>
                  </a:lnTo>
                  <a:cubicBezTo>
                    <a:pt x="8342" y="24293"/>
                    <a:pt x="7659" y="24976"/>
                    <a:pt x="6830" y="24976"/>
                  </a:cubicBezTo>
                  <a:lnTo>
                    <a:pt x="1537" y="24976"/>
                  </a:lnTo>
                  <a:cubicBezTo>
                    <a:pt x="1123" y="24976"/>
                    <a:pt x="733" y="24829"/>
                    <a:pt x="440" y="245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6"/>
            <p:cNvSpPr/>
            <p:nvPr/>
          </p:nvSpPr>
          <p:spPr>
            <a:xfrm>
              <a:off x="6636341" y="2105487"/>
              <a:ext cx="853561" cy="2702149"/>
            </a:xfrm>
            <a:custGeom>
              <a:avLst/>
              <a:gdLst/>
              <a:ahLst/>
              <a:cxnLst/>
              <a:rect l="l" t="t" r="r" b="b"/>
              <a:pathLst>
                <a:path w="7561" h="24196" extrusionOk="0">
                  <a:moveTo>
                    <a:pt x="0" y="3684"/>
                  </a:moveTo>
                  <a:lnTo>
                    <a:pt x="0" y="23074"/>
                  </a:lnTo>
                  <a:cubicBezTo>
                    <a:pt x="0" y="23366"/>
                    <a:pt x="122" y="23659"/>
                    <a:pt x="342" y="23878"/>
                  </a:cubicBezTo>
                  <a:cubicBezTo>
                    <a:pt x="537" y="24098"/>
                    <a:pt x="829" y="24195"/>
                    <a:pt x="1146" y="24195"/>
                  </a:cubicBezTo>
                  <a:lnTo>
                    <a:pt x="6415" y="24195"/>
                  </a:lnTo>
                  <a:cubicBezTo>
                    <a:pt x="7049" y="24195"/>
                    <a:pt x="7561" y="23683"/>
                    <a:pt x="7561" y="23074"/>
                  </a:cubicBezTo>
                  <a:lnTo>
                    <a:pt x="7561" y="3684"/>
                  </a:lnTo>
                  <a:cubicBezTo>
                    <a:pt x="7488" y="1635"/>
                    <a:pt x="5829" y="1"/>
                    <a:pt x="3781" y="1"/>
                  </a:cubicBezTo>
                  <a:cubicBezTo>
                    <a:pt x="1732" y="1"/>
                    <a:pt x="49" y="1635"/>
                    <a:pt x="0" y="3684"/>
                  </a:cubicBezTo>
                  <a:close/>
                  <a:moveTo>
                    <a:pt x="4585" y="2318"/>
                  </a:moveTo>
                  <a:cubicBezTo>
                    <a:pt x="4585" y="3220"/>
                    <a:pt x="3366" y="3464"/>
                    <a:pt x="3024" y="2635"/>
                  </a:cubicBezTo>
                  <a:cubicBezTo>
                    <a:pt x="2683" y="1806"/>
                    <a:pt x="3732" y="1123"/>
                    <a:pt x="4366" y="1757"/>
                  </a:cubicBezTo>
                  <a:cubicBezTo>
                    <a:pt x="4512" y="1903"/>
                    <a:pt x="4585" y="2098"/>
                    <a:pt x="4585" y="2318"/>
                  </a:cubicBezTo>
                  <a:close/>
                  <a:moveTo>
                    <a:pt x="903" y="5098"/>
                  </a:moveTo>
                  <a:lnTo>
                    <a:pt x="6634" y="5098"/>
                  </a:lnTo>
                  <a:cubicBezTo>
                    <a:pt x="6732" y="5098"/>
                    <a:pt x="6805" y="5172"/>
                    <a:pt x="6805" y="5245"/>
                  </a:cubicBezTo>
                  <a:lnTo>
                    <a:pt x="6805" y="8123"/>
                  </a:lnTo>
                  <a:lnTo>
                    <a:pt x="6805" y="8123"/>
                  </a:lnTo>
                  <a:lnTo>
                    <a:pt x="6805" y="10976"/>
                  </a:lnTo>
                  <a:lnTo>
                    <a:pt x="6805" y="10976"/>
                  </a:lnTo>
                  <a:lnTo>
                    <a:pt x="6805" y="13830"/>
                  </a:lnTo>
                  <a:lnTo>
                    <a:pt x="6805" y="13830"/>
                  </a:lnTo>
                  <a:lnTo>
                    <a:pt x="6805" y="16683"/>
                  </a:lnTo>
                  <a:lnTo>
                    <a:pt x="6805" y="16683"/>
                  </a:lnTo>
                  <a:lnTo>
                    <a:pt x="6805" y="19537"/>
                  </a:lnTo>
                  <a:lnTo>
                    <a:pt x="6805" y="19537"/>
                  </a:lnTo>
                  <a:lnTo>
                    <a:pt x="6805" y="22415"/>
                  </a:lnTo>
                  <a:cubicBezTo>
                    <a:pt x="6805" y="22488"/>
                    <a:pt x="6732" y="22561"/>
                    <a:pt x="6634" y="22561"/>
                  </a:cubicBezTo>
                  <a:lnTo>
                    <a:pt x="903" y="22561"/>
                  </a:lnTo>
                  <a:cubicBezTo>
                    <a:pt x="829" y="22561"/>
                    <a:pt x="756" y="22488"/>
                    <a:pt x="756" y="22415"/>
                  </a:cubicBezTo>
                  <a:lnTo>
                    <a:pt x="756" y="5245"/>
                  </a:lnTo>
                  <a:cubicBezTo>
                    <a:pt x="756" y="5172"/>
                    <a:pt x="829" y="5098"/>
                    <a:pt x="903" y="50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6"/>
            <p:cNvSpPr/>
            <p:nvPr/>
          </p:nvSpPr>
          <p:spPr>
            <a:xfrm>
              <a:off x="6754649" y="2707541"/>
              <a:ext cx="614122" cy="286006"/>
            </a:xfrm>
            <a:custGeom>
              <a:avLst/>
              <a:gdLst/>
              <a:ahLst/>
              <a:cxnLst/>
              <a:rect l="l" t="t" r="r" b="b"/>
              <a:pathLst>
                <a:path w="5440" h="2561" extrusionOk="0">
                  <a:moveTo>
                    <a:pt x="1" y="0"/>
                  </a:moveTo>
                  <a:lnTo>
                    <a:pt x="1" y="2561"/>
                  </a:lnTo>
                  <a:lnTo>
                    <a:pt x="5440" y="2561"/>
                  </a:lnTo>
                  <a:lnTo>
                    <a:pt x="5440" y="0"/>
                  </a:lnTo>
                  <a:close/>
                </a:path>
              </a:pathLst>
            </a:custGeom>
            <a:solidFill>
              <a:schemeClr val="accent3">
                <a:alpha val="666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6"/>
            <p:cNvSpPr/>
            <p:nvPr/>
          </p:nvSpPr>
          <p:spPr>
            <a:xfrm>
              <a:off x="6754649" y="3028949"/>
              <a:ext cx="614122" cy="286006"/>
            </a:xfrm>
            <a:custGeom>
              <a:avLst/>
              <a:gdLst/>
              <a:ahLst/>
              <a:cxnLst/>
              <a:rect l="l" t="t" r="r" b="b"/>
              <a:pathLst>
                <a:path w="5440" h="2561" extrusionOk="0">
                  <a:moveTo>
                    <a:pt x="1" y="0"/>
                  </a:moveTo>
                  <a:lnTo>
                    <a:pt x="1" y="2561"/>
                  </a:lnTo>
                  <a:lnTo>
                    <a:pt x="5440" y="2561"/>
                  </a:lnTo>
                  <a:lnTo>
                    <a:pt x="5440" y="0"/>
                  </a:lnTo>
                  <a:close/>
                </a:path>
              </a:pathLst>
            </a:custGeom>
            <a:solidFill>
              <a:schemeClr val="accent3">
                <a:alpha val="733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9" name="Google Shape;689;p36"/>
            <p:cNvSpPr/>
            <p:nvPr/>
          </p:nvSpPr>
          <p:spPr>
            <a:xfrm>
              <a:off x="6754649" y="3347564"/>
              <a:ext cx="614122" cy="286118"/>
            </a:xfrm>
            <a:custGeom>
              <a:avLst/>
              <a:gdLst/>
              <a:ahLst/>
              <a:cxnLst/>
              <a:rect l="l" t="t" r="r" b="b"/>
              <a:pathLst>
                <a:path w="5440" h="2562" extrusionOk="0">
                  <a:moveTo>
                    <a:pt x="1" y="1"/>
                  </a:moveTo>
                  <a:lnTo>
                    <a:pt x="1" y="2562"/>
                  </a:lnTo>
                  <a:lnTo>
                    <a:pt x="5440" y="2562"/>
                  </a:lnTo>
                  <a:lnTo>
                    <a:pt x="5440" y="1"/>
                  </a:lnTo>
                  <a:close/>
                </a:path>
              </a:pathLst>
            </a:custGeom>
            <a:solidFill>
              <a:schemeClr val="accent3">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6"/>
            <p:cNvSpPr/>
            <p:nvPr/>
          </p:nvSpPr>
          <p:spPr>
            <a:xfrm>
              <a:off x="6754649" y="3666292"/>
              <a:ext cx="614122" cy="286118"/>
            </a:xfrm>
            <a:custGeom>
              <a:avLst/>
              <a:gdLst/>
              <a:ahLst/>
              <a:cxnLst/>
              <a:rect l="l" t="t" r="r" b="b"/>
              <a:pathLst>
                <a:path w="5440" h="2562" extrusionOk="0">
                  <a:moveTo>
                    <a:pt x="1" y="0"/>
                  </a:moveTo>
                  <a:lnTo>
                    <a:pt x="1" y="2561"/>
                  </a:lnTo>
                  <a:lnTo>
                    <a:pt x="5440" y="2561"/>
                  </a:lnTo>
                  <a:lnTo>
                    <a:pt x="5440" y="0"/>
                  </a:lnTo>
                  <a:close/>
                </a:path>
              </a:pathLst>
            </a:custGeom>
            <a:solidFill>
              <a:schemeClr val="accent3">
                <a:alpha val="866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6"/>
            <p:cNvSpPr/>
            <p:nvPr/>
          </p:nvSpPr>
          <p:spPr>
            <a:xfrm>
              <a:off x="6754649" y="3987700"/>
              <a:ext cx="614122" cy="286118"/>
            </a:xfrm>
            <a:custGeom>
              <a:avLst/>
              <a:gdLst/>
              <a:ahLst/>
              <a:cxnLst/>
              <a:rect l="l" t="t" r="r" b="b"/>
              <a:pathLst>
                <a:path w="5440" h="2562" extrusionOk="0">
                  <a:moveTo>
                    <a:pt x="1" y="0"/>
                  </a:moveTo>
                  <a:lnTo>
                    <a:pt x="1" y="2561"/>
                  </a:lnTo>
                  <a:lnTo>
                    <a:pt x="5440" y="2561"/>
                  </a:lnTo>
                  <a:lnTo>
                    <a:pt x="5440" y="0"/>
                  </a:lnTo>
                  <a:close/>
                </a:path>
              </a:pathLst>
            </a:custGeom>
            <a:solidFill>
              <a:schemeClr val="accent3">
                <a:alpha val="933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6"/>
            <p:cNvSpPr/>
            <p:nvPr/>
          </p:nvSpPr>
          <p:spPr>
            <a:xfrm>
              <a:off x="6754649" y="4306316"/>
              <a:ext cx="614122" cy="286118"/>
            </a:xfrm>
            <a:custGeom>
              <a:avLst/>
              <a:gdLst/>
              <a:ahLst/>
              <a:cxnLst/>
              <a:rect l="l" t="t" r="r" b="b"/>
              <a:pathLst>
                <a:path w="5440" h="2562" extrusionOk="0">
                  <a:moveTo>
                    <a:pt x="1" y="1"/>
                  </a:moveTo>
                  <a:lnTo>
                    <a:pt x="1" y="2562"/>
                  </a:lnTo>
                  <a:lnTo>
                    <a:pt x="5440" y="2562"/>
                  </a:lnTo>
                  <a:lnTo>
                    <a:pt x="544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6"/>
            <p:cNvSpPr/>
            <p:nvPr/>
          </p:nvSpPr>
          <p:spPr>
            <a:xfrm>
              <a:off x="6655532" y="2184555"/>
              <a:ext cx="834370" cy="2623081"/>
            </a:xfrm>
            <a:custGeom>
              <a:avLst/>
              <a:gdLst/>
              <a:ahLst/>
              <a:cxnLst/>
              <a:rect l="l" t="t" r="r" b="b"/>
              <a:pathLst>
                <a:path w="7391" h="23488" extrusionOk="0">
                  <a:moveTo>
                    <a:pt x="6928" y="21951"/>
                  </a:moveTo>
                  <a:cubicBezTo>
                    <a:pt x="6928" y="22244"/>
                    <a:pt x="6830" y="22536"/>
                    <a:pt x="6610" y="22756"/>
                  </a:cubicBezTo>
                  <a:cubicBezTo>
                    <a:pt x="6391" y="22975"/>
                    <a:pt x="6098" y="23073"/>
                    <a:pt x="5806" y="23097"/>
                  </a:cubicBezTo>
                  <a:lnTo>
                    <a:pt x="513" y="23097"/>
                  </a:lnTo>
                  <a:cubicBezTo>
                    <a:pt x="342" y="23097"/>
                    <a:pt x="172" y="23048"/>
                    <a:pt x="1" y="22951"/>
                  </a:cubicBezTo>
                  <a:cubicBezTo>
                    <a:pt x="50" y="23024"/>
                    <a:pt x="98" y="23097"/>
                    <a:pt x="172" y="23170"/>
                  </a:cubicBezTo>
                  <a:cubicBezTo>
                    <a:pt x="367" y="23390"/>
                    <a:pt x="659" y="23487"/>
                    <a:pt x="976" y="23487"/>
                  </a:cubicBezTo>
                  <a:lnTo>
                    <a:pt x="6245" y="23487"/>
                  </a:lnTo>
                  <a:cubicBezTo>
                    <a:pt x="6879" y="23487"/>
                    <a:pt x="7391" y="22975"/>
                    <a:pt x="7391" y="22366"/>
                  </a:cubicBezTo>
                  <a:lnTo>
                    <a:pt x="7391" y="2976"/>
                  </a:lnTo>
                  <a:cubicBezTo>
                    <a:pt x="7391" y="1976"/>
                    <a:pt x="6976" y="1025"/>
                    <a:pt x="6269" y="317"/>
                  </a:cubicBezTo>
                  <a:cubicBezTo>
                    <a:pt x="6171" y="195"/>
                    <a:pt x="6049" y="98"/>
                    <a:pt x="5928" y="0"/>
                  </a:cubicBezTo>
                  <a:cubicBezTo>
                    <a:pt x="6586" y="707"/>
                    <a:pt x="6952" y="1610"/>
                    <a:pt x="6928" y="2561"/>
                  </a:cubicBezTo>
                  <a:close/>
                </a:path>
              </a:pathLst>
            </a:custGeom>
            <a:solidFill>
              <a:schemeClr val="dk1">
                <a:alpha val="251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4" name="Google Shape;694;p36"/>
          <p:cNvSpPr txBox="1">
            <a:spLocks noGrp="1"/>
          </p:cNvSpPr>
          <p:nvPr>
            <p:ph type="title"/>
          </p:nvPr>
        </p:nvSpPr>
        <p:spPr>
          <a:xfrm>
            <a:off x="715125" y="731525"/>
            <a:ext cx="7713900" cy="685800"/>
          </a:xfrm>
          <a:prstGeom prst="rect">
            <a:avLst/>
          </a:prstGeom>
        </p:spPr>
        <p:txBody>
          <a:bodyPr spcFirstLastPara="1" wrap="square" lIns="91425" tIns="91425" rIns="91425" bIns="91425" anchor="t" anchorCtr="0">
            <a:noAutofit/>
          </a:bodyPr>
          <a:lstStyle/>
          <a:p>
            <a:r>
              <a:rPr lang="en-US" sz="3600" b="1" dirty="0">
                <a:solidFill>
                  <a:srgbClr val="14162E"/>
                </a:solidFill>
                <a:latin typeface="Cambria" pitchFamily="34" charset="0"/>
                <a:ea typeface="Cambria" pitchFamily="34" charset="-122"/>
                <a:cs typeface="Cambria" pitchFamily="34" charset="-120"/>
              </a:rPr>
              <a:t>How does it work?</a:t>
            </a:r>
            <a:endParaRPr lang="en-US" sz="3600" dirty="0"/>
          </a:p>
        </p:txBody>
      </p:sp>
      <p:sp>
        <p:nvSpPr>
          <p:cNvPr id="695" name="Google Shape;695;p36"/>
          <p:cNvSpPr txBox="1"/>
          <p:nvPr/>
        </p:nvSpPr>
        <p:spPr>
          <a:xfrm>
            <a:off x="1434426" y="1889183"/>
            <a:ext cx="2327400" cy="548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dirty="0">
                <a:solidFill>
                  <a:schemeClr val="dk1"/>
                </a:solidFill>
                <a:latin typeface="Rubik Black"/>
                <a:ea typeface="Rubik Black"/>
                <a:cs typeface="Rubik Black"/>
                <a:sym typeface="Rubik Black"/>
              </a:rPr>
              <a:t>2. Search</a:t>
            </a:r>
            <a:endParaRPr sz="2400" dirty="0">
              <a:solidFill>
                <a:schemeClr val="dk1"/>
              </a:solidFill>
              <a:latin typeface="Rubik Black"/>
              <a:ea typeface="Rubik Black"/>
              <a:cs typeface="Rubik Black"/>
              <a:sym typeface="Rubik Black"/>
            </a:endParaRPr>
          </a:p>
        </p:txBody>
      </p:sp>
      <p:sp>
        <p:nvSpPr>
          <p:cNvPr id="696" name="Google Shape;696;p36"/>
          <p:cNvSpPr txBox="1"/>
          <p:nvPr/>
        </p:nvSpPr>
        <p:spPr>
          <a:xfrm>
            <a:off x="1095172" y="2248229"/>
            <a:ext cx="2327400" cy="4038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Karla"/>
                <a:ea typeface="Karla"/>
                <a:cs typeface="Karla"/>
                <a:sym typeface="Karla"/>
              </a:rPr>
              <a:t>Live Tavily web search</a:t>
            </a:r>
            <a:endParaRPr dirty="0">
              <a:solidFill>
                <a:schemeClr val="dk1"/>
              </a:solidFill>
              <a:latin typeface="Karla"/>
              <a:ea typeface="Karla"/>
              <a:cs typeface="Karla"/>
              <a:sym typeface="Karla"/>
            </a:endParaRPr>
          </a:p>
        </p:txBody>
      </p:sp>
      <p:sp>
        <p:nvSpPr>
          <p:cNvPr id="697" name="Google Shape;697;p36"/>
          <p:cNvSpPr txBox="1"/>
          <p:nvPr/>
        </p:nvSpPr>
        <p:spPr>
          <a:xfrm>
            <a:off x="715125" y="3196485"/>
            <a:ext cx="2327400" cy="548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400" dirty="0">
                <a:solidFill>
                  <a:schemeClr val="dk1"/>
                </a:solidFill>
                <a:latin typeface="Rubik Black"/>
                <a:ea typeface="Rubik Black"/>
                <a:cs typeface="Rubik Black"/>
                <a:sym typeface="Rubik Black"/>
              </a:rPr>
              <a:t>4. Generate</a:t>
            </a:r>
            <a:endParaRPr sz="2400" dirty="0">
              <a:solidFill>
                <a:schemeClr val="dk1"/>
              </a:solidFill>
              <a:latin typeface="Rubik Black"/>
              <a:ea typeface="Rubik Black"/>
              <a:cs typeface="Rubik Black"/>
              <a:sym typeface="Rubik Black"/>
            </a:endParaRPr>
          </a:p>
        </p:txBody>
      </p:sp>
      <p:sp>
        <p:nvSpPr>
          <p:cNvPr id="698" name="Google Shape;698;p36"/>
          <p:cNvSpPr txBox="1"/>
          <p:nvPr/>
        </p:nvSpPr>
        <p:spPr>
          <a:xfrm>
            <a:off x="5704626" y="1752250"/>
            <a:ext cx="2327400" cy="43393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dirty="0">
                <a:solidFill>
                  <a:schemeClr val="dk1"/>
                </a:solidFill>
                <a:latin typeface="Karla"/>
                <a:ea typeface="Karla"/>
                <a:cs typeface="Karla"/>
                <a:sym typeface="Karla"/>
              </a:rPr>
              <a:t>Extract search keyword</a:t>
            </a:r>
            <a:endParaRPr dirty="0">
              <a:solidFill>
                <a:schemeClr val="dk1"/>
              </a:solidFill>
              <a:latin typeface="Karla"/>
              <a:ea typeface="Karla"/>
              <a:cs typeface="Karla"/>
              <a:sym typeface="Karla"/>
            </a:endParaRPr>
          </a:p>
        </p:txBody>
      </p:sp>
      <p:sp>
        <p:nvSpPr>
          <p:cNvPr id="699" name="Google Shape;699;p36"/>
          <p:cNvSpPr txBox="1"/>
          <p:nvPr/>
        </p:nvSpPr>
        <p:spPr>
          <a:xfrm>
            <a:off x="715100" y="3655375"/>
            <a:ext cx="2327400" cy="370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dirty="0">
                <a:solidFill>
                  <a:schemeClr val="dk1"/>
                </a:solidFill>
                <a:latin typeface="Karla"/>
                <a:ea typeface="Karla"/>
                <a:cs typeface="Karla"/>
                <a:sym typeface="Karla"/>
              </a:rPr>
              <a:t>Local LLM, cited answer</a:t>
            </a:r>
            <a:endParaRPr dirty="0">
              <a:solidFill>
                <a:schemeClr val="dk1"/>
              </a:solidFill>
              <a:latin typeface="Karla"/>
              <a:ea typeface="Karla"/>
              <a:cs typeface="Karla"/>
              <a:sym typeface="Karla"/>
            </a:endParaRPr>
          </a:p>
        </p:txBody>
      </p:sp>
      <p:sp>
        <p:nvSpPr>
          <p:cNvPr id="700" name="Google Shape;700;p36"/>
          <p:cNvSpPr txBox="1"/>
          <p:nvPr/>
        </p:nvSpPr>
        <p:spPr>
          <a:xfrm>
            <a:off x="5996919" y="3562526"/>
            <a:ext cx="2327400" cy="548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dirty="0">
                <a:solidFill>
                  <a:schemeClr val="dk1"/>
                </a:solidFill>
                <a:latin typeface="Rubik Black"/>
                <a:ea typeface="Rubik Black"/>
                <a:cs typeface="Rubik Black"/>
                <a:sym typeface="Rubik Black"/>
              </a:rPr>
              <a:t>5. Respond</a:t>
            </a:r>
            <a:endParaRPr sz="2400" dirty="0">
              <a:solidFill>
                <a:schemeClr val="dk1"/>
              </a:solidFill>
              <a:latin typeface="Rubik Black"/>
              <a:ea typeface="Rubik Black"/>
              <a:cs typeface="Rubik Black"/>
              <a:sym typeface="Rubik Black"/>
            </a:endParaRPr>
          </a:p>
        </p:txBody>
      </p:sp>
      <p:sp>
        <p:nvSpPr>
          <p:cNvPr id="701" name="Google Shape;701;p36"/>
          <p:cNvSpPr txBox="1"/>
          <p:nvPr/>
        </p:nvSpPr>
        <p:spPr>
          <a:xfrm>
            <a:off x="5996919" y="3936742"/>
            <a:ext cx="2327400" cy="57029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Karla"/>
                <a:ea typeface="Karla"/>
                <a:cs typeface="Karla"/>
                <a:sym typeface="Karla"/>
              </a:rPr>
              <a:t>Answer + Sources to the user</a:t>
            </a:r>
            <a:endParaRPr dirty="0">
              <a:solidFill>
                <a:schemeClr val="dk1"/>
              </a:solidFill>
              <a:latin typeface="Karla"/>
              <a:ea typeface="Karla"/>
              <a:cs typeface="Karla"/>
              <a:sym typeface="Karla"/>
            </a:endParaRPr>
          </a:p>
        </p:txBody>
      </p:sp>
      <p:sp>
        <p:nvSpPr>
          <p:cNvPr id="702" name="Google Shape;702;p36"/>
          <p:cNvSpPr txBox="1"/>
          <p:nvPr/>
        </p:nvSpPr>
        <p:spPr>
          <a:xfrm>
            <a:off x="5514342" y="1345712"/>
            <a:ext cx="2327400" cy="548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400" dirty="0">
                <a:solidFill>
                  <a:schemeClr val="dk1"/>
                </a:solidFill>
                <a:latin typeface="Rubik Black"/>
                <a:ea typeface="Rubik Black"/>
                <a:cs typeface="Rubik Black"/>
                <a:sym typeface="Rubik Black"/>
              </a:rPr>
              <a:t>1. Interpret</a:t>
            </a:r>
            <a:endParaRPr sz="2400" dirty="0">
              <a:solidFill>
                <a:schemeClr val="dk1"/>
              </a:solidFill>
              <a:latin typeface="Rubik Black"/>
              <a:ea typeface="Rubik Black"/>
              <a:cs typeface="Rubik Black"/>
              <a:sym typeface="Rubik Black"/>
            </a:endParaRPr>
          </a:p>
        </p:txBody>
      </p:sp>
      <p:cxnSp>
        <p:nvCxnSpPr>
          <p:cNvPr id="703" name="Google Shape;703;p36"/>
          <p:cNvCxnSpPr>
            <a:cxnSpLocks/>
          </p:cNvCxnSpPr>
          <p:nvPr/>
        </p:nvCxnSpPr>
        <p:spPr>
          <a:xfrm rot="10800000" flipV="1">
            <a:off x="4572501" y="1656144"/>
            <a:ext cx="1363703" cy="759565"/>
          </a:xfrm>
          <a:prstGeom prst="bentConnector3">
            <a:avLst>
              <a:gd name="adj1" fmla="val 50000"/>
            </a:avLst>
          </a:prstGeom>
          <a:noFill/>
          <a:ln w="28575" cap="flat" cmpd="sng">
            <a:solidFill>
              <a:schemeClr val="dk1"/>
            </a:solidFill>
            <a:prstDash val="solid"/>
            <a:round/>
            <a:headEnd type="none" w="med" len="med"/>
            <a:tailEnd type="oval" w="med" len="med"/>
          </a:ln>
        </p:spPr>
      </p:cxnSp>
      <p:cxnSp>
        <p:nvCxnSpPr>
          <p:cNvPr id="704" name="Google Shape;704;p36"/>
          <p:cNvCxnSpPr>
            <a:cxnSpLocks/>
            <a:stCxn id="700" idx="1"/>
          </p:cNvCxnSpPr>
          <p:nvPr/>
        </p:nvCxnSpPr>
        <p:spPr>
          <a:xfrm rot="10800000" flipV="1">
            <a:off x="4459581" y="3836875"/>
            <a:ext cx="1537338" cy="147755"/>
          </a:xfrm>
          <a:prstGeom prst="bentConnector3">
            <a:avLst>
              <a:gd name="adj1" fmla="val 16150"/>
            </a:avLst>
          </a:prstGeom>
          <a:noFill/>
          <a:ln w="28575" cap="flat" cmpd="sng">
            <a:solidFill>
              <a:schemeClr val="dk1"/>
            </a:solidFill>
            <a:prstDash val="solid"/>
            <a:round/>
            <a:headEnd type="none" w="med" len="med"/>
            <a:tailEnd type="oval" w="med" len="med"/>
          </a:ln>
        </p:spPr>
      </p:cxnSp>
      <p:cxnSp>
        <p:nvCxnSpPr>
          <p:cNvPr id="705" name="Google Shape;705;p36"/>
          <p:cNvCxnSpPr>
            <a:cxnSpLocks/>
          </p:cNvCxnSpPr>
          <p:nvPr/>
        </p:nvCxnSpPr>
        <p:spPr>
          <a:xfrm>
            <a:off x="3029257" y="2170452"/>
            <a:ext cx="1542243" cy="566348"/>
          </a:xfrm>
          <a:prstGeom prst="bentConnector3">
            <a:avLst>
              <a:gd name="adj1" fmla="val 50000"/>
            </a:avLst>
          </a:prstGeom>
          <a:noFill/>
          <a:ln w="28575" cap="flat" cmpd="sng">
            <a:solidFill>
              <a:schemeClr val="dk1"/>
            </a:solidFill>
            <a:prstDash val="solid"/>
            <a:round/>
            <a:headEnd type="none" w="med" len="med"/>
            <a:tailEnd type="oval" w="med" len="med"/>
          </a:ln>
        </p:spPr>
      </p:cxnSp>
      <p:cxnSp>
        <p:nvCxnSpPr>
          <p:cNvPr id="706" name="Google Shape;706;p36"/>
          <p:cNvCxnSpPr>
            <a:stCxn id="697" idx="3"/>
          </p:cNvCxnSpPr>
          <p:nvPr/>
        </p:nvCxnSpPr>
        <p:spPr>
          <a:xfrm>
            <a:off x="3042525" y="3470835"/>
            <a:ext cx="1536000" cy="230100"/>
          </a:xfrm>
          <a:prstGeom prst="bentConnector3">
            <a:avLst>
              <a:gd name="adj1" fmla="val 23901"/>
            </a:avLst>
          </a:prstGeom>
          <a:noFill/>
          <a:ln w="28575" cap="flat" cmpd="sng">
            <a:solidFill>
              <a:schemeClr val="dk1"/>
            </a:solidFill>
            <a:prstDash val="solid"/>
            <a:round/>
            <a:headEnd type="none" w="med" len="med"/>
            <a:tailEnd type="oval" w="med" len="med"/>
          </a:ln>
        </p:spPr>
      </p:cxnSp>
      <p:sp>
        <p:nvSpPr>
          <p:cNvPr id="707" name="Google Shape;707;p36"/>
          <p:cNvSpPr/>
          <p:nvPr/>
        </p:nvSpPr>
        <p:spPr>
          <a:xfrm>
            <a:off x="7746400" y="1066450"/>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6"/>
          <p:cNvSpPr/>
          <p:nvPr/>
        </p:nvSpPr>
        <p:spPr>
          <a:xfrm>
            <a:off x="7971832" y="91781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6"/>
          <p:cNvSpPr/>
          <p:nvPr/>
        </p:nvSpPr>
        <p:spPr>
          <a:xfrm>
            <a:off x="715100" y="1357700"/>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 name="Google Shape;706;p36">
            <a:extLst>
              <a:ext uri="{FF2B5EF4-FFF2-40B4-BE49-F238E27FC236}">
                <a16:creationId xmlns:a16="http://schemas.microsoft.com/office/drawing/2014/main" id="{2BBB05F5-51DB-29FE-06FD-1E1D842315FC}"/>
              </a:ext>
            </a:extLst>
          </p:cNvPr>
          <p:cNvCxnSpPr>
            <a:cxnSpLocks/>
            <a:stCxn id="15" idx="1"/>
          </p:cNvCxnSpPr>
          <p:nvPr/>
        </p:nvCxnSpPr>
        <p:spPr>
          <a:xfrm rot="10800000" flipV="1">
            <a:off x="4588577" y="2781330"/>
            <a:ext cx="1408342" cy="560261"/>
          </a:xfrm>
          <a:prstGeom prst="bentConnector3">
            <a:avLst>
              <a:gd name="adj1" fmla="val 50000"/>
            </a:avLst>
          </a:prstGeom>
          <a:noFill/>
          <a:ln w="28575" cap="flat" cmpd="sng">
            <a:solidFill>
              <a:schemeClr val="dk1"/>
            </a:solidFill>
            <a:prstDash val="solid"/>
            <a:round/>
            <a:headEnd type="none" w="med" len="med"/>
            <a:tailEnd type="oval" w="med" len="med"/>
          </a:ln>
        </p:spPr>
      </p:cxnSp>
      <p:sp>
        <p:nvSpPr>
          <p:cNvPr id="15" name="Google Shape;700;p36">
            <a:extLst>
              <a:ext uri="{FF2B5EF4-FFF2-40B4-BE49-F238E27FC236}">
                <a16:creationId xmlns:a16="http://schemas.microsoft.com/office/drawing/2014/main" id="{F36DF132-7CD1-5A31-D595-48A8456B3783}"/>
              </a:ext>
            </a:extLst>
          </p:cNvPr>
          <p:cNvSpPr txBox="1"/>
          <p:nvPr/>
        </p:nvSpPr>
        <p:spPr>
          <a:xfrm>
            <a:off x="5996919" y="2415709"/>
            <a:ext cx="2327400" cy="731244"/>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dirty="0">
                <a:solidFill>
                  <a:schemeClr val="dk1"/>
                </a:solidFill>
                <a:latin typeface="Rubik Black"/>
                <a:ea typeface="Rubik Black"/>
                <a:cs typeface="Rubik Black"/>
                <a:sym typeface="Rubik Black"/>
              </a:rPr>
              <a:t>3. Retrieve &amp; Rerank</a:t>
            </a:r>
            <a:endParaRPr sz="2400" dirty="0">
              <a:solidFill>
                <a:schemeClr val="dk1"/>
              </a:solidFill>
              <a:latin typeface="Rubik Black"/>
              <a:ea typeface="Rubik Black"/>
              <a:cs typeface="Rubik Black"/>
              <a:sym typeface="Rubik Black"/>
            </a:endParaRPr>
          </a:p>
        </p:txBody>
      </p:sp>
      <p:sp>
        <p:nvSpPr>
          <p:cNvPr id="20" name="Google Shape;701;p36">
            <a:extLst>
              <a:ext uri="{FF2B5EF4-FFF2-40B4-BE49-F238E27FC236}">
                <a16:creationId xmlns:a16="http://schemas.microsoft.com/office/drawing/2014/main" id="{821DDE84-DF1E-9DAA-90CE-623BD463D6F5}"/>
              </a:ext>
            </a:extLst>
          </p:cNvPr>
          <p:cNvSpPr txBox="1"/>
          <p:nvPr/>
        </p:nvSpPr>
        <p:spPr>
          <a:xfrm>
            <a:off x="5996919" y="2952999"/>
            <a:ext cx="2327400" cy="57029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Karla"/>
                <a:ea typeface="Karla"/>
                <a:cs typeface="Karla"/>
                <a:sym typeface="Karla"/>
              </a:rPr>
              <a:t>Embed, chunk, score by recency</a:t>
            </a:r>
            <a:endParaRPr dirty="0">
              <a:solidFill>
                <a:schemeClr val="dk1"/>
              </a:solidFill>
              <a:latin typeface="Karla"/>
              <a:ea typeface="Karla"/>
              <a:cs typeface="Karla"/>
              <a:sym typeface="Karl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60" name="Google Shape;760;p38"/>
          <p:cNvSpPr txBox="1">
            <a:spLocks noGrp="1"/>
          </p:cNvSpPr>
          <p:nvPr>
            <p:ph type="title"/>
          </p:nvPr>
        </p:nvSpPr>
        <p:spPr>
          <a:xfrm>
            <a:off x="715125" y="731525"/>
            <a:ext cx="77139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How was the model selected?</a:t>
            </a:r>
            <a:endParaRPr dirty="0"/>
          </a:p>
        </p:txBody>
      </p:sp>
      <p:sp>
        <p:nvSpPr>
          <p:cNvPr id="761" name="Google Shape;761;p38"/>
          <p:cNvSpPr txBox="1"/>
          <p:nvPr/>
        </p:nvSpPr>
        <p:spPr>
          <a:xfrm>
            <a:off x="5918596" y="3287714"/>
            <a:ext cx="2920603" cy="876924"/>
          </a:xfrm>
          <a:prstGeom prst="rect">
            <a:avLst/>
          </a:prstGeom>
          <a:noFill/>
          <a:ln>
            <a:noFill/>
          </a:ln>
        </p:spPr>
        <p:txBody>
          <a:bodyPr spcFirstLastPara="1" wrap="square" lIns="91425" tIns="91425" rIns="91425" bIns="91425" anchor="b" anchorCtr="0">
            <a:noAutofit/>
          </a:bodyPr>
          <a:lstStyle/>
          <a:p>
            <a:pPr lvl="0"/>
            <a:r>
              <a:rPr lang="en-US" sz="1600" b="1" dirty="0">
                <a:solidFill>
                  <a:srgbClr val="14162E"/>
                </a:solidFill>
                <a:latin typeface="Rubik Black" panose="020B0604020202020204" charset="-79"/>
                <a:ea typeface="Calibri" pitchFamily="34" charset="-122"/>
                <a:cs typeface="Rubik Black" panose="020B0604020202020204" charset="-79"/>
              </a:rPr>
              <a:t>Selected: </a:t>
            </a:r>
            <a:r>
              <a:rPr lang="en-US" sz="1600" b="1" u="sng" dirty="0">
                <a:solidFill>
                  <a:srgbClr val="14162E"/>
                </a:solidFill>
                <a:latin typeface="Rubik Black" panose="020B0604020202020204" charset="-79"/>
                <a:ea typeface="Calibri" pitchFamily="34" charset="-122"/>
                <a:cs typeface="Rubik Black" panose="020B0604020202020204" charset="-79"/>
              </a:rPr>
              <a:t>Llama 3.2 3B </a:t>
            </a:r>
            <a:r>
              <a:rPr lang="en-US" sz="1600" b="1" dirty="0">
                <a:solidFill>
                  <a:srgbClr val="14162E"/>
                </a:solidFill>
                <a:latin typeface="Rubik Black" panose="020B0604020202020204" charset="-79"/>
                <a:ea typeface="Calibri" pitchFamily="34" charset="-122"/>
                <a:cs typeface="Rubik Black" panose="020B0604020202020204" charset="-79"/>
              </a:rPr>
              <a:t>(standard) + </a:t>
            </a:r>
            <a:r>
              <a:rPr lang="en-US" sz="1600" b="1" u="sng" dirty="0">
                <a:solidFill>
                  <a:srgbClr val="14162E"/>
                </a:solidFill>
                <a:latin typeface="Rubik Black" panose="020B0604020202020204" charset="-79"/>
                <a:ea typeface="Calibri" pitchFamily="34" charset="-122"/>
                <a:cs typeface="Rubik Black" panose="020B0604020202020204" charset="-79"/>
              </a:rPr>
              <a:t>Qwen2.5 1.5B </a:t>
            </a:r>
            <a:r>
              <a:rPr lang="en-US" sz="1600" b="1" dirty="0">
                <a:solidFill>
                  <a:srgbClr val="14162E"/>
                </a:solidFill>
                <a:latin typeface="Rubik Black" panose="020B0604020202020204" charset="-79"/>
                <a:ea typeface="Calibri" pitchFamily="34" charset="-122"/>
                <a:cs typeface="Rubik Black" panose="020B0604020202020204" charset="-79"/>
              </a:rPr>
              <a:t>(lite)</a:t>
            </a:r>
            <a:endParaRPr sz="1600" dirty="0">
              <a:solidFill>
                <a:schemeClr val="dk1"/>
              </a:solidFill>
              <a:latin typeface="Rubik Black" panose="020B0604020202020204" charset="-79"/>
              <a:ea typeface="Rubik Black"/>
              <a:cs typeface="Rubik Black" panose="020B0604020202020204" charset="-79"/>
              <a:sym typeface="Rubik Black"/>
            </a:endParaRPr>
          </a:p>
        </p:txBody>
      </p:sp>
      <p:sp>
        <p:nvSpPr>
          <p:cNvPr id="762" name="Google Shape;762;p38"/>
          <p:cNvSpPr/>
          <p:nvPr/>
        </p:nvSpPr>
        <p:spPr>
          <a:xfrm>
            <a:off x="4163119" y="1613508"/>
            <a:ext cx="1755475" cy="5487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solidFill>
                  <a:schemeClr val="dk1"/>
                </a:solidFill>
                <a:latin typeface="Rubik Black"/>
                <a:ea typeface="Rubik Black"/>
                <a:cs typeface="Rubik Black"/>
                <a:sym typeface="Rubik Black"/>
              </a:rPr>
              <a:t>Llama 1B</a:t>
            </a:r>
            <a:endParaRPr sz="2400" dirty="0">
              <a:solidFill>
                <a:schemeClr val="dk1"/>
              </a:solidFill>
              <a:latin typeface="Rubik Black"/>
              <a:ea typeface="Rubik Black"/>
              <a:cs typeface="Rubik Black"/>
              <a:sym typeface="Rubik Black"/>
            </a:endParaRPr>
          </a:p>
        </p:txBody>
      </p:sp>
      <p:sp>
        <p:nvSpPr>
          <p:cNvPr id="765" name="Google Shape;765;p38"/>
          <p:cNvSpPr/>
          <p:nvPr/>
        </p:nvSpPr>
        <p:spPr>
          <a:xfrm>
            <a:off x="4163120" y="2382331"/>
            <a:ext cx="1755475" cy="548700"/>
          </a:xfrm>
          <a:prstGeom prst="rect">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solidFill>
                  <a:schemeClr val="dk1"/>
                </a:solidFill>
                <a:latin typeface="Rubik Black"/>
                <a:ea typeface="Rubik Black"/>
                <a:cs typeface="Rubik Black"/>
                <a:sym typeface="Rubik Black"/>
              </a:rPr>
              <a:t>Qwen 1.5B</a:t>
            </a:r>
            <a:endParaRPr sz="2400" dirty="0">
              <a:solidFill>
                <a:schemeClr val="dk1"/>
              </a:solidFill>
              <a:latin typeface="Rubik Black"/>
              <a:ea typeface="Rubik Black"/>
              <a:cs typeface="Rubik Black"/>
              <a:sym typeface="Rubik Black"/>
            </a:endParaRPr>
          </a:p>
        </p:txBody>
      </p:sp>
      <p:sp>
        <p:nvSpPr>
          <p:cNvPr id="766" name="Google Shape;766;p38"/>
          <p:cNvSpPr/>
          <p:nvPr/>
        </p:nvSpPr>
        <p:spPr>
          <a:xfrm>
            <a:off x="4163121" y="3874900"/>
            <a:ext cx="1755475" cy="5487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solidFill>
                  <a:schemeClr val="dk1"/>
                </a:solidFill>
                <a:latin typeface="Rubik Black"/>
                <a:ea typeface="Rubik Black"/>
                <a:cs typeface="Rubik Black"/>
                <a:sym typeface="Rubik Black"/>
              </a:rPr>
              <a:t>Llama 3B</a:t>
            </a:r>
            <a:endParaRPr sz="2400" dirty="0">
              <a:solidFill>
                <a:schemeClr val="dk1"/>
              </a:solidFill>
              <a:latin typeface="Rubik Black"/>
              <a:ea typeface="Rubik Black"/>
              <a:cs typeface="Rubik Black"/>
              <a:sym typeface="Rubik Black"/>
            </a:endParaRPr>
          </a:p>
        </p:txBody>
      </p:sp>
      <p:sp>
        <p:nvSpPr>
          <p:cNvPr id="767" name="Google Shape;767;p38"/>
          <p:cNvSpPr/>
          <p:nvPr/>
        </p:nvSpPr>
        <p:spPr>
          <a:xfrm>
            <a:off x="4163120" y="3116645"/>
            <a:ext cx="1755475" cy="5487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solidFill>
                  <a:schemeClr val="dk1"/>
                </a:solidFill>
                <a:latin typeface="Rubik Black"/>
                <a:ea typeface="Rubik Black"/>
                <a:cs typeface="Rubik Black"/>
                <a:sym typeface="Rubik Black"/>
              </a:rPr>
              <a:t>Qwen 3B</a:t>
            </a:r>
            <a:endParaRPr sz="2400" dirty="0">
              <a:solidFill>
                <a:schemeClr val="dk1"/>
              </a:solidFill>
              <a:latin typeface="Rubik Black"/>
              <a:ea typeface="Rubik Black"/>
              <a:cs typeface="Rubik Black"/>
              <a:sym typeface="Rubik Black"/>
            </a:endParaRPr>
          </a:p>
        </p:txBody>
      </p:sp>
      <p:sp>
        <p:nvSpPr>
          <p:cNvPr id="770" name="Google Shape;770;p38"/>
          <p:cNvSpPr txBox="1"/>
          <p:nvPr/>
        </p:nvSpPr>
        <p:spPr>
          <a:xfrm>
            <a:off x="5918600" y="1529961"/>
            <a:ext cx="2510400" cy="457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dirty="0">
                <a:solidFill>
                  <a:schemeClr val="dk1"/>
                </a:solidFill>
                <a:latin typeface="Rubik Black"/>
                <a:ea typeface="Rubik Black"/>
                <a:cs typeface="Rubik Black"/>
                <a:sym typeface="Rubik Black"/>
              </a:rPr>
              <a:t>Model Selection</a:t>
            </a:r>
            <a:endParaRPr sz="2000" dirty="0">
              <a:solidFill>
                <a:schemeClr val="dk1"/>
              </a:solidFill>
              <a:latin typeface="Rubik Black"/>
              <a:ea typeface="Rubik Black"/>
              <a:cs typeface="Rubik Black"/>
              <a:sym typeface="Rubik Black"/>
            </a:endParaRPr>
          </a:p>
        </p:txBody>
      </p:sp>
      <p:sp>
        <p:nvSpPr>
          <p:cNvPr id="771" name="Google Shape;771;p38"/>
          <p:cNvSpPr txBox="1"/>
          <p:nvPr/>
        </p:nvSpPr>
        <p:spPr>
          <a:xfrm>
            <a:off x="5918596" y="4030775"/>
            <a:ext cx="2920603" cy="612948"/>
          </a:xfrm>
          <a:prstGeom prst="rect">
            <a:avLst/>
          </a:prstGeom>
          <a:noFill/>
          <a:ln>
            <a:noFill/>
          </a:ln>
        </p:spPr>
        <p:txBody>
          <a:bodyPr spcFirstLastPara="1" wrap="square" lIns="91425" tIns="91425" rIns="91425" bIns="91425" anchor="t" anchorCtr="0">
            <a:noAutofit/>
          </a:bodyPr>
          <a:lstStyle/>
          <a:p>
            <a:pPr lvl="0"/>
            <a:r>
              <a:rPr lang="en-US" sz="1050" dirty="0">
                <a:solidFill>
                  <a:schemeClr val="tx1"/>
                </a:solidFill>
                <a:latin typeface="Karla" pitchFamily="2" charset="0"/>
                <a:ea typeface="Calibri" pitchFamily="34" charset="-122"/>
                <a:cs typeface="Calibri" pitchFamily="34" charset="-120"/>
              </a:rPr>
              <a:t>Best benchmark result, no licensing gate on the lite tier, and both run acceptably on ordinary consumer hardware</a:t>
            </a:r>
            <a:r>
              <a:rPr lang="en-US" sz="1200" dirty="0">
                <a:solidFill>
                  <a:srgbClr val="5B5F73"/>
                </a:solidFill>
                <a:latin typeface="Karla" pitchFamily="2" charset="0"/>
                <a:ea typeface="Calibri" pitchFamily="34" charset="-122"/>
                <a:cs typeface="Calibri" pitchFamily="34" charset="-120"/>
              </a:rPr>
              <a:t>.</a:t>
            </a:r>
            <a:endParaRPr sz="1200" dirty="0">
              <a:solidFill>
                <a:schemeClr val="dk1"/>
              </a:solidFill>
              <a:latin typeface="Karla" pitchFamily="2" charset="0"/>
              <a:ea typeface="Karla"/>
              <a:cs typeface="Karla"/>
              <a:sym typeface="Karla"/>
            </a:endParaRPr>
          </a:p>
        </p:txBody>
      </p:sp>
      <p:sp>
        <p:nvSpPr>
          <p:cNvPr id="774" name="Google Shape;774;p38"/>
          <p:cNvSpPr txBox="1"/>
          <p:nvPr/>
        </p:nvSpPr>
        <p:spPr>
          <a:xfrm>
            <a:off x="5918597" y="1853201"/>
            <a:ext cx="2510400" cy="1228226"/>
          </a:xfrm>
          <a:prstGeom prst="rect">
            <a:avLst/>
          </a:prstGeom>
          <a:noFill/>
          <a:ln>
            <a:noFill/>
          </a:ln>
        </p:spPr>
        <p:txBody>
          <a:bodyPr spcFirstLastPara="1" wrap="square" lIns="91425" tIns="91425" rIns="91425" bIns="91425" anchor="t" anchorCtr="0">
            <a:noAutofit/>
          </a:bodyPr>
          <a:lstStyle/>
          <a:p>
            <a:pPr marL="0" indent="0">
              <a:buNone/>
            </a:pPr>
            <a:r>
              <a:rPr lang="en-US" sz="900" dirty="0">
                <a:solidFill>
                  <a:schemeClr val="tx1"/>
                </a:solidFill>
                <a:latin typeface="Karla" pitchFamily="2" charset="0"/>
                <a:ea typeface="Calibri" pitchFamily="34" charset="-122"/>
                <a:cs typeface="Calibri" pitchFamily="34" charset="-120"/>
              </a:rPr>
              <a:t>With no provided GPU, model choice couldn't be assumed, it had to be benchmarked. Candidate models were tested on Google </a:t>
            </a:r>
            <a:r>
              <a:rPr lang="en-US" sz="900" dirty="0" err="1">
                <a:solidFill>
                  <a:schemeClr val="tx1"/>
                </a:solidFill>
                <a:latin typeface="Karla" pitchFamily="2" charset="0"/>
                <a:ea typeface="Calibri" pitchFamily="34" charset="-122"/>
                <a:cs typeface="Calibri" pitchFamily="34" charset="-120"/>
              </a:rPr>
              <a:t>Colab</a:t>
            </a:r>
            <a:r>
              <a:rPr lang="en-US" sz="900" dirty="0">
                <a:solidFill>
                  <a:schemeClr val="tx1"/>
                </a:solidFill>
                <a:latin typeface="Karla" pitchFamily="2" charset="0"/>
                <a:ea typeface="Calibri" pitchFamily="34" charset="-122"/>
                <a:cs typeface="Calibri" pitchFamily="34" charset="-120"/>
              </a:rPr>
              <a:t> under 4-bit quantization (approximating real deployment quality), against a 9-case test set built specifically around citation accuracy, conflict handling, and resistance to hallucination.</a:t>
            </a:r>
            <a:endParaRPr lang="en-US" sz="900" dirty="0">
              <a:solidFill>
                <a:schemeClr val="tx1"/>
              </a:solidFill>
              <a:latin typeface="Karla" pitchFamily="2" charset="0"/>
            </a:endParaRPr>
          </a:p>
        </p:txBody>
      </p:sp>
      <p:sp>
        <p:nvSpPr>
          <p:cNvPr id="775" name="Google Shape;775;p38"/>
          <p:cNvSpPr/>
          <p:nvPr/>
        </p:nvSpPr>
        <p:spPr>
          <a:xfrm>
            <a:off x="999539" y="454512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8"/>
          <p:cNvSpPr/>
          <p:nvPr/>
        </p:nvSpPr>
        <p:spPr>
          <a:xfrm>
            <a:off x="767199" y="439647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8"/>
          <p:cNvSpPr/>
          <p:nvPr/>
        </p:nvSpPr>
        <p:spPr>
          <a:xfrm>
            <a:off x="715148" y="1417336"/>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4" name="Chart 3">
            <a:extLst>
              <a:ext uri="{FF2B5EF4-FFF2-40B4-BE49-F238E27FC236}">
                <a16:creationId xmlns:a16="http://schemas.microsoft.com/office/drawing/2014/main" id="{3A81EC92-269C-6904-2087-79AF31180101}"/>
              </a:ext>
            </a:extLst>
          </p:cNvPr>
          <p:cNvGraphicFramePr/>
          <p:nvPr>
            <p:extLst>
              <p:ext uri="{D42A27DB-BD31-4B8C-83A1-F6EECF244321}">
                <p14:modId xmlns:p14="http://schemas.microsoft.com/office/powerpoint/2010/main" val="780643158"/>
              </p:ext>
            </p:extLst>
          </p:nvPr>
        </p:nvGraphicFramePr>
        <p:xfrm>
          <a:off x="1073230" y="1307302"/>
          <a:ext cx="3432270" cy="299767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grpSp>
        <p:nvGrpSpPr>
          <p:cNvPr id="645" name="Google Shape;645;p35"/>
          <p:cNvGrpSpPr/>
          <p:nvPr/>
        </p:nvGrpSpPr>
        <p:grpSpPr>
          <a:xfrm>
            <a:off x="6102151" y="1600325"/>
            <a:ext cx="2418050" cy="2916600"/>
            <a:chOff x="6102151" y="1600325"/>
            <a:chExt cx="2418050" cy="2916600"/>
          </a:xfrm>
        </p:grpSpPr>
        <p:sp>
          <p:nvSpPr>
            <p:cNvPr id="646" name="Google Shape;646;p35"/>
            <p:cNvSpPr/>
            <p:nvPr/>
          </p:nvSpPr>
          <p:spPr>
            <a:xfrm>
              <a:off x="6193101"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7" name="Google Shape;647;p35"/>
            <p:cNvGrpSpPr/>
            <p:nvPr/>
          </p:nvGrpSpPr>
          <p:grpSpPr>
            <a:xfrm>
              <a:off x="6102151" y="1600325"/>
              <a:ext cx="2327100" cy="2825100"/>
              <a:chOff x="715400" y="1600325"/>
              <a:chExt cx="2327100" cy="2825100"/>
            </a:xfrm>
          </p:grpSpPr>
          <p:sp>
            <p:nvSpPr>
              <p:cNvPr id="648" name="Google Shape;648;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49" name="Google Shape;649;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50" name="Google Shape;650;p35"/>
          <p:cNvGrpSpPr/>
          <p:nvPr/>
        </p:nvGrpSpPr>
        <p:grpSpPr>
          <a:xfrm>
            <a:off x="3408500" y="1600325"/>
            <a:ext cx="2418600" cy="2916600"/>
            <a:chOff x="3408500" y="1600325"/>
            <a:chExt cx="2418600" cy="2916600"/>
          </a:xfrm>
        </p:grpSpPr>
        <p:sp>
          <p:nvSpPr>
            <p:cNvPr id="651" name="Google Shape;651;p35"/>
            <p:cNvSpPr/>
            <p:nvPr/>
          </p:nvSpPr>
          <p:spPr>
            <a:xfrm>
              <a:off x="3500000"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2" name="Google Shape;652;p35"/>
            <p:cNvGrpSpPr/>
            <p:nvPr/>
          </p:nvGrpSpPr>
          <p:grpSpPr>
            <a:xfrm>
              <a:off x="3408500" y="1600325"/>
              <a:ext cx="2327100" cy="2825100"/>
              <a:chOff x="715400" y="1600325"/>
              <a:chExt cx="2327100" cy="2825100"/>
            </a:xfrm>
          </p:grpSpPr>
          <p:sp>
            <p:nvSpPr>
              <p:cNvPr id="653" name="Google Shape;653;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4" name="Google Shape;654;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55" name="Google Shape;655;p35"/>
          <p:cNvGrpSpPr/>
          <p:nvPr/>
        </p:nvGrpSpPr>
        <p:grpSpPr>
          <a:xfrm>
            <a:off x="715400" y="1600325"/>
            <a:ext cx="2418600" cy="2916600"/>
            <a:chOff x="715400" y="1600325"/>
            <a:chExt cx="2418600" cy="2916600"/>
          </a:xfrm>
        </p:grpSpPr>
        <p:sp>
          <p:nvSpPr>
            <p:cNvPr id="656" name="Google Shape;656;p35"/>
            <p:cNvSpPr/>
            <p:nvPr/>
          </p:nvSpPr>
          <p:spPr>
            <a:xfrm>
              <a:off x="806900"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7" name="Google Shape;657;p35"/>
            <p:cNvGrpSpPr/>
            <p:nvPr/>
          </p:nvGrpSpPr>
          <p:grpSpPr>
            <a:xfrm>
              <a:off x="715400" y="1600325"/>
              <a:ext cx="2327100" cy="2825100"/>
              <a:chOff x="715400" y="1600325"/>
              <a:chExt cx="2327100" cy="2825100"/>
            </a:xfrm>
          </p:grpSpPr>
          <p:sp>
            <p:nvSpPr>
              <p:cNvPr id="658" name="Google Shape;658;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9" name="Google Shape;659;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sp>
        <p:nvSpPr>
          <p:cNvPr id="660" name="Google Shape;660;p35"/>
          <p:cNvSpPr txBox="1">
            <a:spLocks noGrp="1"/>
          </p:cNvSpPr>
          <p:nvPr>
            <p:ph type="subTitle" idx="1"/>
          </p:nvPr>
        </p:nvSpPr>
        <p:spPr>
          <a:xfrm>
            <a:off x="765249" y="2892222"/>
            <a:ext cx="21972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a:t>Cite every claim</a:t>
            </a:r>
            <a:endParaRPr sz="2000" dirty="0"/>
          </a:p>
        </p:txBody>
      </p:sp>
      <p:sp>
        <p:nvSpPr>
          <p:cNvPr id="661" name="Google Shape;661;p35"/>
          <p:cNvSpPr txBox="1">
            <a:spLocks noGrp="1"/>
          </p:cNvSpPr>
          <p:nvPr>
            <p:ph type="subTitle" idx="5"/>
          </p:nvPr>
        </p:nvSpPr>
        <p:spPr>
          <a:xfrm>
            <a:off x="3499999" y="2892222"/>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a:t>Refuse rather than guess</a:t>
            </a:r>
            <a:endParaRPr sz="2000" dirty="0"/>
          </a:p>
        </p:txBody>
      </p:sp>
      <p:sp>
        <p:nvSpPr>
          <p:cNvPr id="662" name="Google Shape;662;p35"/>
          <p:cNvSpPr txBox="1">
            <a:spLocks noGrp="1"/>
          </p:cNvSpPr>
          <p:nvPr>
            <p:ph type="subTitle" idx="6"/>
          </p:nvPr>
        </p:nvSpPr>
        <p:spPr>
          <a:xfrm>
            <a:off x="6193100" y="2892222"/>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a:t>Flag conflicting sources</a:t>
            </a:r>
            <a:endParaRPr sz="2000" dirty="0"/>
          </a:p>
        </p:txBody>
      </p:sp>
      <p:sp>
        <p:nvSpPr>
          <p:cNvPr id="663" name="Google Shape;663;p35"/>
          <p:cNvSpPr txBox="1">
            <a:spLocks noGrp="1"/>
          </p:cNvSpPr>
          <p:nvPr>
            <p:ph type="title"/>
          </p:nvPr>
        </p:nvSpPr>
        <p:spPr>
          <a:xfrm>
            <a:off x="713232" y="731520"/>
            <a:ext cx="77175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Every claim is cited</a:t>
            </a:r>
            <a:endParaRPr dirty="0"/>
          </a:p>
        </p:txBody>
      </p:sp>
      <p:sp>
        <p:nvSpPr>
          <p:cNvPr id="664" name="Google Shape;664;p35"/>
          <p:cNvSpPr txBox="1">
            <a:spLocks noGrp="1"/>
          </p:cNvSpPr>
          <p:nvPr>
            <p:ph type="subTitle" idx="2"/>
          </p:nvPr>
        </p:nvSpPr>
        <p:spPr>
          <a:xfrm>
            <a:off x="806900" y="3489771"/>
            <a:ext cx="2194500" cy="836950"/>
          </a:xfrm>
          <a:prstGeom prst="rect">
            <a:avLst/>
          </a:prstGeom>
        </p:spPr>
        <p:txBody>
          <a:bodyPr spcFirstLastPara="1" wrap="square" lIns="91425" tIns="91425" rIns="91425" bIns="91425" anchor="t" anchorCtr="0">
            <a:noAutofit/>
          </a:bodyPr>
          <a:lstStyle/>
          <a:p>
            <a:pPr marL="0" lvl="0" indent="0"/>
            <a:r>
              <a:rPr lang="en" dirty="0"/>
              <a:t>Each </a:t>
            </a:r>
            <a:r>
              <a:rPr lang="en-US" dirty="0"/>
              <a:t>factual statement is tagged [n], mapping directly to its</a:t>
            </a:r>
            <a:r>
              <a:rPr lang="en" dirty="0"/>
              <a:t> source.</a:t>
            </a:r>
            <a:endParaRPr dirty="0"/>
          </a:p>
        </p:txBody>
      </p:sp>
      <p:sp>
        <p:nvSpPr>
          <p:cNvPr id="665" name="Google Shape;665;p35"/>
          <p:cNvSpPr txBox="1">
            <a:spLocks noGrp="1"/>
          </p:cNvSpPr>
          <p:nvPr>
            <p:ph type="subTitle" idx="3"/>
          </p:nvPr>
        </p:nvSpPr>
        <p:spPr>
          <a:xfrm>
            <a:off x="3536300" y="3513410"/>
            <a:ext cx="2194500" cy="78962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When sources don’t cover the question, the model states so plainly.</a:t>
            </a:r>
            <a:endParaRPr dirty="0"/>
          </a:p>
        </p:txBody>
      </p:sp>
      <p:sp>
        <p:nvSpPr>
          <p:cNvPr id="666" name="Google Shape;666;p35"/>
          <p:cNvSpPr txBox="1">
            <a:spLocks noGrp="1"/>
          </p:cNvSpPr>
          <p:nvPr>
            <p:ph type="subTitle" idx="4"/>
          </p:nvPr>
        </p:nvSpPr>
        <p:spPr>
          <a:xfrm>
            <a:off x="6193100" y="3578174"/>
            <a:ext cx="2194500" cy="74854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Disagreeing sources are surfaced explicitly, not solved silently.</a:t>
            </a:r>
            <a:endParaRPr dirty="0"/>
          </a:p>
        </p:txBody>
      </p:sp>
      <p:grpSp>
        <p:nvGrpSpPr>
          <p:cNvPr id="670" name="Google Shape;670;p35"/>
          <p:cNvGrpSpPr/>
          <p:nvPr/>
        </p:nvGrpSpPr>
        <p:grpSpPr>
          <a:xfrm>
            <a:off x="4320650" y="2017350"/>
            <a:ext cx="502800" cy="502800"/>
            <a:chOff x="7014301" y="2017350"/>
            <a:chExt cx="502800" cy="502800"/>
          </a:xfrm>
        </p:grpSpPr>
        <p:sp>
          <p:nvSpPr>
            <p:cNvPr id="671" name="Google Shape;671;p35"/>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5"/>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3" name="Google Shape;673;p35"/>
          <p:cNvSpPr/>
          <p:nvPr/>
        </p:nvSpPr>
        <p:spPr>
          <a:xfrm>
            <a:off x="7971700" y="10816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a:off x="7739360" y="932973"/>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a:off x="715160" y="125272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6" name="Google Shape;676;p35"/>
          <p:cNvGrpSpPr/>
          <p:nvPr/>
        </p:nvGrpSpPr>
        <p:grpSpPr>
          <a:xfrm>
            <a:off x="1627550" y="2017350"/>
            <a:ext cx="502800" cy="502800"/>
            <a:chOff x="1627550" y="2017350"/>
            <a:chExt cx="502800" cy="502800"/>
          </a:xfrm>
        </p:grpSpPr>
        <p:sp>
          <p:nvSpPr>
            <p:cNvPr id="677" name="Google Shape;677;p35"/>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5"/>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748;p37">
            <a:extLst>
              <a:ext uri="{FF2B5EF4-FFF2-40B4-BE49-F238E27FC236}">
                <a16:creationId xmlns:a16="http://schemas.microsoft.com/office/drawing/2014/main" id="{69EBC8FB-792E-0290-0EB5-35441F5A8299}"/>
              </a:ext>
            </a:extLst>
          </p:cNvPr>
          <p:cNvGrpSpPr/>
          <p:nvPr/>
        </p:nvGrpSpPr>
        <p:grpSpPr>
          <a:xfrm>
            <a:off x="7105251" y="2017350"/>
            <a:ext cx="502800" cy="502800"/>
            <a:chOff x="463701" y="2307675"/>
            <a:chExt cx="502800" cy="502800"/>
          </a:xfrm>
        </p:grpSpPr>
        <p:sp>
          <p:nvSpPr>
            <p:cNvPr id="3" name="Google Shape;749;p37">
              <a:extLst>
                <a:ext uri="{FF2B5EF4-FFF2-40B4-BE49-F238E27FC236}">
                  <a16:creationId xmlns:a16="http://schemas.microsoft.com/office/drawing/2014/main" id="{0E74CBFE-7EB5-EAC8-3D93-5AEE66212DDE}"/>
                </a:ext>
              </a:extLst>
            </p:cNvPr>
            <p:cNvSpPr/>
            <p:nvPr/>
          </p:nvSpPr>
          <p:spPr>
            <a:xfrm>
              <a:off x="463701" y="2307675"/>
              <a:ext cx="502800" cy="502800"/>
            </a:xfrm>
            <a:prstGeom prst="roundRect">
              <a:avLst>
                <a:gd name="adj" fmla="val 1510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750;p37">
              <a:extLst>
                <a:ext uri="{FF2B5EF4-FFF2-40B4-BE49-F238E27FC236}">
                  <a16:creationId xmlns:a16="http://schemas.microsoft.com/office/drawing/2014/main" id="{34E88B72-C210-8490-CA32-483C60B7F143}"/>
                </a:ext>
              </a:extLst>
            </p:cNvPr>
            <p:cNvSpPr/>
            <p:nvPr/>
          </p:nvSpPr>
          <p:spPr>
            <a:xfrm>
              <a:off x="545925" y="2446300"/>
              <a:ext cx="338328" cy="225549"/>
            </a:xfrm>
            <a:custGeom>
              <a:avLst/>
              <a:gdLst/>
              <a:ahLst/>
              <a:cxnLst/>
              <a:rect l="l" t="t" r="r" b="b"/>
              <a:pathLst>
                <a:path w="8708" h="5806" extrusionOk="0">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51;p37">
              <a:extLst>
                <a:ext uri="{FF2B5EF4-FFF2-40B4-BE49-F238E27FC236}">
                  <a16:creationId xmlns:a16="http://schemas.microsoft.com/office/drawing/2014/main" id="{2273D654-F883-7EBE-31BC-31EC2704E742}"/>
                </a:ext>
              </a:extLst>
            </p:cNvPr>
            <p:cNvSpPr/>
            <p:nvPr/>
          </p:nvSpPr>
          <p:spPr>
            <a:xfrm>
              <a:off x="555887" y="2446307"/>
              <a:ext cx="318435" cy="106170"/>
            </a:xfrm>
            <a:custGeom>
              <a:avLst/>
              <a:gdLst/>
              <a:ahLst/>
              <a:cxnLst/>
              <a:rect l="l" t="t" r="r" b="b"/>
              <a:pathLst>
                <a:path w="8196" h="2733" extrusionOk="0">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grpSp>
        <p:nvGrpSpPr>
          <p:cNvPr id="714" name="Google Shape;714;p37"/>
          <p:cNvGrpSpPr/>
          <p:nvPr/>
        </p:nvGrpSpPr>
        <p:grpSpPr>
          <a:xfrm>
            <a:off x="4754850" y="3195960"/>
            <a:ext cx="3771900" cy="1412550"/>
            <a:chOff x="4754850" y="1600325"/>
            <a:chExt cx="3771900" cy="1412550"/>
          </a:xfrm>
        </p:grpSpPr>
        <p:sp>
          <p:nvSpPr>
            <p:cNvPr id="715" name="Google Shape;715;p37"/>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7"/>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7" name="Google Shape;717;p37"/>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718" name="Google Shape;718;p37"/>
          <p:cNvGrpSpPr/>
          <p:nvPr/>
        </p:nvGrpSpPr>
        <p:grpSpPr>
          <a:xfrm>
            <a:off x="715100" y="3195863"/>
            <a:ext cx="3771900" cy="1412550"/>
            <a:chOff x="4754850" y="1600325"/>
            <a:chExt cx="3771900" cy="1412550"/>
          </a:xfrm>
        </p:grpSpPr>
        <p:sp>
          <p:nvSpPr>
            <p:cNvPr id="719" name="Google Shape;719;p37"/>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7"/>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1" name="Google Shape;721;p37"/>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722" name="Google Shape;722;p37"/>
          <p:cNvGrpSpPr/>
          <p:nvPr/>
        </p:nvGrpSpPr>
        <p:grpSpPr>
          <a:xfrm>
            <a:off x="715100" y="1600313"/>
            <a:ext cx="3771900" cy="1412550"/>
            <a:chOff x="715100" y="1600313"/>
            <a:chExt cx="3771900" cy="1412550"/>
          </a:xfrm>
        </p:grpSpPr>
        <p:sp>
          <p:nvSpPr>
            <p:cNvPr id="723" name="Google Shape;723;p37"/>
            <p:cNvSpPr/>
            <p:nvPr/>
          </p:nvSpPr>
          <p:spPr>
            <a:xfrm>
              <a:off x="812900" y="1691663"/>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7"/>
            <p:cNvSpPr/>
            <p:nvPr/>
          </p:nvSpPr>
          <p:spPr>
            <a:xfrm>
              <a:off x="715100" y="1600313"/>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5" name="Google Shape;725;p37"/>
            <p:cNvCxnSpPr/>
            <p:nvPr/>
          </p:nvCxnSpPr>
          <p:spPr>
            <a:xfrm>
              <a:off x="715100" y="1783313"/>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726" name="Google Shape;726;p37"/>
          <p:cNvGrpSpPr/>
          <p:nvPr/>
        </p:nvGrpSpPr>
        <p:grpSpPr>
          <a:xfrm>
            <a:off x="4754850" y="1600313"/>
            <a:ext cx="3771900" cy="1412550"/>
            <a:chOff x="4754850" y="1600325"/>
            <a:chExt cx="3771900" cy="1412550"/>
          </a:xfrm>
        </p:grpSpPr>
        <p:sp>
          <p:nvSpPr>
            <p:cNvPr id="727" name="Google Shape;727;p37"/>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7"/>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9" name="Google Shape;729;p37"/>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730" name="Google Shape;730;p37"/>
          <p:cNvSpPr txBox="1">
            <a:spLocks noGrp="1"/>
          </p:cNvSpPr>
          <p:nvPr>
            <p:ph type="subTitle" idx="2"/>
          </p:nvPr>
        </p:nvSpPr>
        <p:spPr>
          <a:xfrm>
            <a:off x="5918599" y="3945325"/>
            <a:ext cx="237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t>Manually clear cached search results at any time.</a:t>
            </a:r>
            <a:endParaRPr sz="1200" dirty="0"/>
          </a:p>
        </p:txBody>
      </p:sp>
      <p:sp>
        <p:nvSpPr>
          <p:cNvPr id="731" name="Google Shape;731;p37"/>
          <p:cNvSpPr txBox="1">
            <a:spLocks noGrp="1"/>
          </p:cNvSpPr>
          <p:nvPr>
            <p:ph type="subTitle" idx="3"/>
          </p:nvPr>
        </p:nvSpPr>
        <p:spPr>
          <a:xfrm>
            <a:off x="1878800" y="2224753"/>
            <a:ext cx="237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t>[n] markers scroll to and highlight the matching source card, leading to its hyperlink,</a:t>
            </a:r>
            <a:endParaRPr sz="1200" dirty="0"/>
          </a:p>
        </p:txBody>
      </p:sp>
      <p:sp>
        <p:nvSpPr>
          <p:cNvPr id="732" name="Google Shape;732;p37"/>
          <p:cNvSpPr txBox="1">
            <a:spLocks noGrp="1"/>
          </p:cNvSpPr>
          <p:nvPr>
            <p:ph type="subTitle" idx="4"/>
          </p:nvPr>
        </p:nvSpPr>
        <p:spPr>
          <a:xfrm>
            <a:off x="1878800" y="3808225"/>
            <a:ext cx="237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t>Past conversations stored locally, auto-cleared after 30 days.</a:t>
            </a:r>
            <a:endParaRPr sz="1200" dirty="0"/>
          </a:p>
        </p:txBody>
      </p:sp>
      <p:sp>
        <p:nvSpPr>
          <p:cNvPr id="733" name="Google Shape;733;p37"/>
          <p:cNvSpPr txBox="1">
            <a:spLocks noGrp="1"/>
          </p:cNvSpPr>
          <p:nvPr>
            <p:ph type="subTitle" idx="5"/>
          </p:nvPr>
        </p:nvSpPr>
        <p:spPr>
          <a:xfrm>
            <a:off x="5918599" y="2260100"/>
            <a:ext cx="237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t>Choose lite (fast) or standard (accurate) for each question.</a:t>
            </a:r>
            <a:endParaRPr sz="1200" dirty="0"/>
          </a:p>
        </p:txBody>
      </p:sp>
      <p:sp>
        <p:nvSpPr>
          <p:cNvPr id="734" name="Google Shape;734;p37"/>
          <p:cNvSpPr txBox="1">
            <a:spLocks noGrp="1"/>
          </p:cNvSpPr>
          <p:nvPr>
            <p:ph type="title"/>
          </p:nvPr>
        </p:nvSpPr>
        <p:spPr>
          <a:xfrm>
            <a:off x="715100" y="731400"/>
            <a:ext cx="77139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 familiar chat experience</a:t>
            </a:r>
            <a:endParaRPr dirty="0"/>
          </a:p>
        </p:txBody>
      </p:sp>
      <p:sp>
        <p:nvSpPr>
          <p:cNvPr id="735" name="Google Shape;735;p37"/>
          <p:cNvSpPr txBox="1">
            <a:spLocks noGrp="1"/>
          </p:cNvSpPr>
          <p:nvPr>
            <p:ph type="subTitle" idx="1"/>
          </p:nvPr>
        </p:nvSpPr>
        <p:spPr>
          <a:xfrm>
            <a:off x="5918599" y="3552449"/>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dirty="0"/>
              <a:t>One-click cache clear</a:t>
            </a:r>
            <a:endParaRPr sz="2000" dirty="0"/>
          </a:p>
        </p:txBody>
      </p:sp>
      <p:sp>
        <p:nvSpPr>
          <p:cNvPr id="736" name="Google Shape;736;p37"/>
          <p:cNvSpPr txBox="1">
            <a:spLocks noGrp="1"/>
          </p:cNvSpPr>
          <p:nvPr>
            <p:ph type="subTitle" idx="6"/>
          </p:nvPr>
        </p:nvSpPr>
        <p:spPr>
          <a:xfrm>
            <a:off x="1878800" y="3396625"/>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dirty="0"/>
              <a:t>Chat history</a:t>
            </a:r>
            <a:endParaRPr sz="2000" dirty="0"/>
          </a:p>
        </p:txBody>
      </p:sp>
      <p:sp>
        <p:nvSpPr>
          <p:cNvPr id="737" name="Google Shape;737;p37"/>
          <p:cNvSpPr txBox="1">
            <a:spLocks noGrp="1"/>
          </p:cNvSpPr>
          <p:nvPr>
            <p:ph type="subTitle" idx="7"/>
          </p:nvPr>
        </p:nvSpPr>
        <p:spPr>
          <a:xfrm>
            <a:off x="1878800" y="1801544"/>
            <a:ext cx="2618162"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dirty="0"/>
              <a:t>Clickable citations</a:t>
            </a:r>
            <a:endParaRPr sz="2000" dirty="0"/>
          </a:p>
        </p:txBody>
      </p:sp>
      <p:sp>
        <p:nvSpPr>
          <p:cNvPr id="738" name="Google Shape;738;p37"/>
          <p:cNvSpPr txBox="1">
            <a:spLocks noGrp="1"/>
          </p:cNvSpPr>
          <p:nvPr>
            <p:ph type="subTitle" idx="8"/>
          </p:nvPr>
        </p:nvSpPr>
        <p:spPr>
          <a:xfrm>
            <a:off x="5918599" y="1804550"/>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dirty="0"/>
              <a:t>Model tier switch</a:t>
            </a:r>
            <a:endParaRPr sz="2000" dirty="0"/>
          </a:p>
        </p:txBody>
      </p:sp>
      <p:grpSp>
        <p:nvGrpSpPr>
          <p:cNvPr id="739" name="Google Shape;739;p37"/>
          <p:cNvGrpSpPr/>
          <p:nvPr/>
        </p:nvGrpSpPr>
        <p:grpSpPr>
          <a:xfrm>
            <a:off x="5085306" y="2100976"/>
            <a:ext cx="502899" cy="502899"/>
            <a:chOff x="858700" y="1967475"/>
            <a:chExt cx="605100" cy="605100"/>
          </a:xfrm>
        </p:grpSpPr>
        <p:sp>
          <p:nvSpPr>
            <p:cNvPr id="740" name="Google Shape;740;p37"/>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7"/>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 name="Google Shape;742;p37"/>
          <p:cNvGrpSpPr/>
          <p:nvPr/>
        </p:nvGrpSpPr>
        <p:grpSpPr>
          <a:xfrm>
            <a:off x="5085356" y="3694821"/>
            <a:ext cx="502800" cy="502800"/>
            <a:chOff x="7014301" y="2017350"/>
            <a:chExt cx="502800" cy="502800"/>
          </a:xfrm>
        </p:grpSpPr>
        <p:sp>
          <p:nvSpPr>
            <p:cNvPr id="743" name="Google Shape;743;p37"/>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7"/>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5" name="Google Shape;745;p37"/>
          <p:cNvGrpSpPr/>
          <p:nvPr/>
        </p:nvGrpSpPr>
        <p:grpSpPr>
          <a:xfrm>
            <a:off x="1045556" y="3694821"/>
            <a:ext cx="502800" cy="502800"/>
            <a:chOff x="1627550" y="2017350"/>
            <a:chExt cx="502800" cy="502800"/>
          </a:xfrm>
        </p:grpSpPr>
        <p:sp>
          <p:nvSpPr>
            <p:cNvPr id="746" name="Google Shape;746;p37"/>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7"/>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8" name="Google Shape;748;p37"/>
          <p:cNvGrpSpPr/>
          <p:nvPr/>
        </p:nvGrpSpPr>
        <p:grpSpPr>
          <a:xfrm>
            <a:off x="1046025" y="2101025"/>
            <a:ext cx="502800" cy="502800"/>
            <a:chOff x="463701" y="2307675"/>
            <a:chExt cx="502800" cy="502800"/>
          </a:xfrm>
        </p:grpSpPr>
        <p:sp>
          <p:nvSpPr>
            <p:cNvPr id="749" name="Google Shape;749;p37"/>
            <p:cNvSpPr/>
            <p:nvPr/>
          </p:nvSpPr>
          <p:spPr>
            <a:xfrm>
              <a:off x="463701" y="2307675"/>
              <a:ext cx="502800" cy="502800"/>
            </a:xfrm>
            <a:prstGeom prst="roundRect">
              <a:avLst>
                <a:gd name="adj" fmla="val 1510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7"/>
            <p:cNvSpPr/>
            <p:nvPr/>
          </p:nvSpPr>
          <p:spPr>
            <a:xfrm>
              <a:off x="545925" y="2446300"/>
              <a:ext cx="338328" cy="225549"/>
            </a:xfrm>
            <a:custGeom>
              <a:avLst/>
              <a:gdLst/>
              <a:ahLst/>
              <a:cxnLst/>
              <a:rect l="l" t="t" r="r" b="b"/>
              <a:pathLst>
                <a:path w="8708" h="5806" extrusionOk="0">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7"/>
            <p:cNvSpPr/>
            <p:nvPr/>
          </p:nvSpPr>
          <p:spPr>
            <a:xfrm>
              <a:off x="555887" y="2446307"/>
              <a:ext cx="318435" cy="106170"/>
            </a:xfrm>
            <a:custGeom>
              <a:avLst/>
              <a:gdLst/>
              <a:ahLst/>
              <a:cxnLst/>
              <a:rect l="l" t="t" r="r" b="b"/>
              <a:pathLst>
                <a:path w="8196" h="2733" extrusionOk="0">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2" name="Google Shape;752;p37"/>
          <p:cNvSpPr/>
          <p:nvPr/>
        </p:nvSpPr>
        <p:spPr>
          <a:xfrm>
            <a:off x="947500" y="1090313"/>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7"/>
          <p:cNvSpPr/>
          <p:nvPr/>
        </p:nvSpPr>
        <p:spPr>
          <a:xfrm>
            <a:off x="715160" y="941661"/>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7"/>
          <p:cNvSpPr/>
          <p:nvPr/>
        </p:nvSpPr>
        <p:spPr>
          <a:xfrm>
            <a:off x="7971748" y="1042351"/>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34"/>
          <p:cNvSpPr txBox="1">
            <a:spLocks noGrp="1"/>
          </p:cNvSpPr>
          <p:nvPr>
            <p:ph type="title"/>
          </p:nvPr>
        </p:nvSpPr>
        <p:spPr>
          <a:xfrm>
            <a:off x="715125" y="731525"/>
            <a:ext cx="77139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300" dirty="0"/>
              <a:t>Deployment: One script, Zero Cloud</a:t>
            </a:r>
            <a:endParaRPr sz="3300" dirty="0"/>
          </a:p>
        </p:txBody>
      </p:sp>
      <p:sp>
        <p:nvSpPr>
          <p:cNvPr id="603" name="Google Shape;603;p34"/>
          <p:cNvSpPr/>
          <p:nvPr/>
        </p:nvSpPr>
        <p:spPr>
          <a:xfrm>
            <a:off x="1035175" y="2784106"/>
            <a:ext cx="1645800" cy="457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solidFill>
                  <a:schemeClr val="dk1"/>
                </a:solidFill>
                <a:latin typeface="Rubik Black"/>
                <a:ea typeface="Rubik Black"/>
                <a:cs typeface="Rubik Black"/>
                <a:sym typeface="Rubik Black"/>
              </a:rPr>
              <a:t>1@#$</a:t>
            </a:r>
            <a:endParaRPr sz="2400" dirty="0">
              <a:solidFill>
                <a:schemeClr val="dk1"/>
              </a:solidFill>
              <a:latin typeface="Rubik Black"/>
              <a:ea typeface="Rubik Black"/>
              <a:cs typeface="Rubik Black"/>
              <a:sym typeface="Rubik Black"/>
            </a:endParaRPr>
          </a:p>
        </p:txBody>
      </p:sp>
      <p:sp>
        <p:nvSpPr>
          <p:cNvPr id="604" name="Google Shape;604;p34"/>
          <p:cNvSpPr/>
          <p:nvPr/>
        </p:nvSpPr>
        <p:spPr>
          <a:xfrm>
            <a:off x="2844450" y="2784106"/>
            <a:ext cx="1645800" cy="457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solidFill>
                  <a:schemeClr val="dk1"/>
                </a:solidFill>
                <a:latin typeface="Rubik Black"/>
                <a:ea typeface="Rubik Black"/>
                <a:cs typeface="Rubik Black"/>
                <a:sym typeface="Rubik Black"/>
              </a:rPr>
              <a:t>!2#$</a:t>
            </a:r>
            <a:endParaRPr sz="2400" dirty="0">
              <a:solidFill>
                <a:schemeClr val="dk1"/>
              </a:solidFill>
              <a:latin typeface="Rubik Black"/>
              <a:ea typeface="Rubik Black"/>
              <a:cs typeface="Rubik Black"/>
              <a:sym typeface="Rubik Black"/>
            </a:endParaRPr>
          </a:p>
        </p:txBody>
      </p:sp>
      <p:sp>
        <p:nvSpPr>
          <p:cNvPr id="605" name="Google Shape;605;p34"/>
          <p:cNvSpPr/>
          <p:nvPr/>
        </p:nvSpPr>
        <p:spPr>
          <a:xfrm>
            <a:off x="4653725" y="2784106"/>
            <a:ext cx="1645800" cy="457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solidFill>
                  <a:schemeClr val="dk1"/>
                </a:solidFill>
                <a:latin typeface="Rubik Black"/>
                <a:ea typeface="Rubik Black"/>
                <a:cs typeface="Rubik Black"/>
                <a:sym typeface="Rubik Black"/>
              </a:rPr>
              <a:t>!@3$</a:t>
            </a:r>
            <a:endParaRPr sz="2400" dirty="0">
              <a:solidFill>
                <a:schemeClr val="dk1"/>
              </a:solidFill>
              <a:latin typeface="Rubik Black"/>
              <a:ea typeface="Rubik Black"/>
              <a:cs typeface="Rubik Black"/>
              <a:sym typeface="Rubik Black"/>
            </a:endParaRPr>
          </a:p>
        </p:txBody>
      </p:sp>
      <p:sp>
        <p:nvSpPr>
          <p:cNvPr id="606" name="Google Shape;606;p34"/>
          <p:cNvSpPr/>
          <p:nvPr/>
        </p:nvSpPr>
        <p:spPr>
          <a:xfrm>
            <a:off x="6463000" y="2784106"/>
            <a:ext cx="1645800" cy="457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solidFill>
                  <a:schemeClr val="dk1"/>
                </a:solidFill>
                <a:latin typeface="Rubik Black"/>
                <a:ea typeface="Rubik Black"/>
                <a:cs typeface="Rubik Black"/>
                <a:sym typeface="Rubik Black"/>
              </a:rPr>
              <a:t>!@#4</a:t>
            </a:r>
            <a:endParaRPr sz="2400" dirty="0">
              <a:solidFill>
                <a:schemeClr val="dk1"/>
              </a:solidFill>
              <a:latin typeface="Rubik Black"/>
              <a:ea typeface="Rubik Black"/>
              <a:cs typeface="Rubik Black"/>
              <a:sym typeface="Rubik Black"/>
            </a:endParaRPr>
          </a:p>
        </p:txBody>
      </p:sp>
      <p:sp>
        <p:nvSpPr>
          <p:cNvPr id="607" name="Google Shape;607;p34"/>
          <p:cNvSpPr txBox="1"/>
          <p:nvPr/>
        </p:nvSpPr>
        <p:spPr>
          <a:xfrm flipH="1">
            <a:off x="715075" y="1812679"/>
            <a:ext cx="2286000" cy="4572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2000" dirty="0">
                <a:solidFill>
                  <a:schemeClr val="dk1"/>
                </a:solidFill>
                <a:latin typeface="Rubik Black"/>
                <a:ea typeface="Rubik Black"/>
                <a:cs typeface="Rubik Black"/>
                <a:sym typeface="Rubik Black"/>
              </a:rPr>
              <a:t>Install Prerequisites</a:t>
            </a:r>
            <a:endParaRPr sz="2000" dirty="0">
              <a:solidFill>
                <a:schemeClr val="dk1"/>
              </a:solidFill>
              <a:latin typeface="Rubik Black"/>
              <a:ea typeface="Rubik Black"/>
              <a:cs typeface="Rubik Black"/>
              <a:sym typeface="Rubik Black"/>
            </a:endParaRPr>
          </a:p>
        </p:txBody>
      </p:sp>
      <p:sp>
        <p:nvSpPr>
          <p:cNvPr id="608" name="Google Shape;608;p34"/>
          <p:cNvSpPr txBox="1"/>
          <p:nvPr/>
        </p:nvSpPr>
        <p:spPr>
          <a:xfrm flipH="1">
            <a:off x="715075" y="2181386"/>
            <a:ext cx="2286000" cy="29883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solidFill>
                  <a:schemeClr val="dk1"/>
                </a:solidFill>
                <a:latin typeface="Karla"/>
                <a:ea typeface="Karla"/>
                <a:cs typeface="Karla"/>
                <a:sym typeface="Karla"/>
              </a:rPr>
              <a:t>Python, NodeJS, Ollama</a:t>
            </a:r>
            <a:endParaRPr dirty="0">
              <a:solidFill>
                <a:schemeClr val="dk1"/>
              </a:solidFill>
              <a:latin typeface="Karla"/>
              <a:ea typeface="Karla"/>
              <a:cs typeface="Karla"/>
              <a:sym typeface="Karla"/>
            </a:endParaRPr>
          </a:p>
        </p:txBody>
      </p:sp>
      <p:sp>
        <p:nvSpPr>
          <p:cNvPr id="609" name="Google Shape;609;p34"/>
          <p:cNvSpPr txBox="1"/>
          <p:nvPr/>
        </p:nvSpPr>
        <p:spPr>
          <a:xfrm flipH="1">
            <a:off x="2524350" y="3641045"/>
            <a:ext cx="2286000" cy="4572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2000" dirty="0">
                <a:solidFill>
                  <a:schemeClr val="dk1"/>
                </a:solidFill>
                <a:latin typeface="Rubik Black"/>
                <a:ea typeface="Rubik Black"/>
                <a:cs typeface="Rubik Black"/>
                <a:sym typeface="Rubik Black"/>
              </a:rPr>
              <a:t>Run the script and start</a:t>
            </a:r>
            <a:endParaRPr sz="1800" dirty="0">
              <a:solidFill>
                <a:schemeClr val="dk1"/>
              </a:solidFill>
              <a:latin typeface="Rubik Black"/>
              <a:ea typeface="Rubik Black"/>
              <a:cs typeface="Rubik Black"/>
              <a:sym typeface="Rubik Black"/>
            </a:endParaRPr>
          </a:p>
        </p:txBody>
      </p:sp>
      <p:sp>
        <p:nvSpPr>
          <p:cNvPr id="610" name="Google Shape;610;p34"/>
          <p:cNvSpPr txBox="1"/>
          <p:nvPr/>
        </p:nvSpPr>
        <p:spPr>
          <a:xfrm flipH="1">
            <a:off x="2524350" y="3984119"/>
            <a:ext cx="2286000" cy="59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latin typeface="Karla"/>
                <a:ea typeface="Karla"/>
                <a:cs typeface="Karla"/>
                <a:sym typeface="Karla"/>
              </a:rPr>
              <a:t>One command, for Windows or Mac/Linux</a:t>
            </a:r>
            <a:endParaRPr dirty="0">
              <a:solidFill>
                <a:schemeClr val="dk1"/>
              </a:solidFill>
              <a:latin typeface="Karla"/>
              <a:ea typeface="Karla"/>
              <a:cs typeface="Karla"/>
              <a:sym typeface="Karla"/>
            </a:endParaRPr>
          </a:p>
        </p:txBody>
      </p:sp>
      <p:sp>
        <p:nvSpPr>
          <p:cNvPr id="611" name="Google Shape;611;p34"/>
          <p:cNvSpPr txBox="1"/>
          <p:nvPr/>
        </p:nvSpPr>
        <p:spPr>
          <a:xfrm flipH="1">
            <a:off x="4333625" y="1600314"/>
            <a:ext cx="2286000" cy="4572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2000" dirty="0">
                <a:solidFill>
                  <a:schemeClr val="dk1"/>
                </a:solidFill>
                <a:latin typeface="Rubik Black"/>
                <a:ea typeface="Rubik Black"/>
                <a:cs typeface="Rubik Black"/>
                <a:sym typeface="Rubik Black"/>
              </a:rPr>
              <a:t>Auto Setup</a:t>
            </a:r>
            <a:endParaRPr sz="2000" dirty="0">
              <a:solidFill>
                <a:schemeClr val="dk1"/>
              </a:solidFill>
              <a:latin typeface="Rubik Black"/>
              <a:ea typeface="Rubik Black"/>
              <a:cs typeface="Rubik Black"/>
              <a:sym typeface="Rubik Black"/>
            </a:endParaRPr>
          </a:p>
        </p:txBody>
      </p:sp>
      <p:sp>
        <p:nvSpPr>
          <p:cNvPr id="612" name="Google Shape;612;p34"/>
          <p:cNvSpPr txBox="1"/>
          <p:nvPr/>
        </p:nvSpPr>
        <p:spPr>
          <a:xfrm flipH="1">
            <a:off x="4333625" y="2023038"/>
            <a:ext cx="2286000" cy="59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IN" dirty="0">
                <a:solidFill>
                  <a:schemeClr val="dk1"/>
                </a:solidFill>
                <a:latin typeface="Karla"/>
                <a:ea typeface="Karla"/>
                <a:cs typeface="Karla"/>
                <a:sym typeface="Karla"/>
              </a:rPr>
              <a:t>V</a:t>
            </a:r>
            <a:r>
              <a:rPr lang="en" dirty="0">
                <a:solidFill>
                  <a:schemeClr val="dk1"/>
                </a:solidFill>
                <a:latin typeface="Karla"/>
                <a:ea typeface="Karla"/>
                <a:cs typeface="Karla"/>
                <a:sym typeface="Karla"/>
              </a:rPr>
              <a:t>env install, npm install, model pull (first run only)</a:t>
            </a:r>
            <a:endParaRPr dirty="0">
              <a:solidFill>
                <a:schemeClr val="dk1"/>
              </a:solidFill>
              <a:latin typeface="Karla"/>
              <a:ea typeface="Karla"/>
              <a:cs typeface="Karla"/>
              <a:sym typeface="Karla"/>
            </a:endParaRPr>
          </a:p>
        </p:txBody>
      </p:sp>
      <p:sp>
        <p:nvSpPr>
          <p:cNvPr id="613" name="Google Shape;613;p34"/>
          <p:cNvSpPr txBox="1"/>
          <p:nvPr/>
        </p:nvSpPr>
        <p:spPr>
          <a:xfrm flipH="1">
            <a:off x="6142900" y="3408061"/>
            <a:ext cx="2286000" cy="4572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2000" dirty="0">
                <a:solidFill>
                  <a:schemeClr val="dk1"/>
                </a:solidFill>
                <a:latin typeface="Rubik Black"/>
                <a:ea typeface="Rubik Black"/>
                <a:cs typeface="Rubik Black"/>
                <a:sym typeface="Rubik Black"/>
              </a:rPr>
              <a:t>App opens</a:t>
            </a:r>
            <a:endParaRPr sz="2000" dirty="0">
              <a:solidFill>
                <a:schemeClr val="dk1"/>
              </a:solidFill>
              <a:latin typeface="Rubik Black"/>
              <a:ea typeface="Rubik Black"/>
              <a:cs typeface="Rubik Black"/>
              <a:sym typeface="Rubik Black"/>
            </a:endParaRPr>
          </a:p>
        </p:txBody>
      </p:sp>
      <p:sp>
        <p:nvSpPr>
          <p:cNvPr id="614" name="Google Shape;614;p34"/>
          <p:cNvSpPr txBox="1"/>
          <p:nvPr/>
        </p:nvSpPr>
        <p:spPr>
          <a:xfrm flipH="1">
            <a:off x="6142900" y="3830797"/>
            <a:ext cx="2286000" cy="59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latin typeface="Karla"/>
                <a:ea typeface="Karla"/>
                <a:cs typeface="Karla"/>
                <a:sym typeface="Karla"/>
              </a:rPr>
              <a:t>Browser opens automatically</a:t>
            </a:r>
            <a:endParaRPr dirty="0">
              <a:solidFill>
                <a:schemeClr val="dk1"/>
              </a:solidFill>
              <a:latin typeface="Karla"/>
              <a:ea typeface="Karla"/>
              <a:cs typeface="Karla"/>
              <a:sym typeface="Karla"/>
            </a:endParaRPr>
          </a:p>
        </p:txBody>
      </p:sp>
      <p:cxnSp>
        <p:nvCxnSpPr>
          <p:cNvPr id="615" name="Google Shape;615;p34"/>
          <p:cNvCxnSpPr>
            <a:cxnSpLocks/>
            <a:stCxn id="608" idx="2"/>
            <a:endCxn id="603" idx="0"/>
          </p:cNvCxnSpPr>
          <p:nvPr/>
        </p:nvCxnSpPr>
        <p:spPr>
          <a:xfrm>
            <a:off x="1858075" y="2480216"/>
            <a:ext cx="0" cy="303890"/>
          </a:xfrm>
          <a:prstGeom prst="straightConnector1">
            <a:avLst/>
          </a:prstGeom>
          <a:noFill/>
          <a:ln w="28575" cap="flat" cmpd="sng">
            <a:solidFill>
              <a:schemeClr val="dk1"/>
            </a:solidFill>
            <a:prstDash val="solid"/>
            <a:round/>
            <a:headEnd type="none" w="med" len="med"/>
            <a:tailEnd type="none" w="med" len="med"/>
          </a:ln>
        </p:spPr>
      </p:cxnSp>
      <p:cxnSp>
        <p:nvCxnSpPr>
          <p:cNvPr id="616" name="Google Shape;616;p34"/>
          <p:cNvCxnSpPr>
            <a:cxnSpLocks/>
            <a:stCxn id="604" idx="2"/>
          </p:cNvCxnSpPr>
          <p:nvPr/>
        </p:nvCxnSpPr>
        <p:spPr>
          <a:xfrm>
            <a:off x="3667350" y="3241306"/>
            <a:ext cx="0" cy="303890"/>
          </a:xfrm>
          <a:prstGeom prst="straightConnector1">
            <a:avLst/>
          </a:prstGeom>
          <a:noFill/>
          <a:ln w="28575" cap="flat" cmpd="sng">
            <a:solidFill>
              <a:schemeClr val="dk1"/>
            </a:solidFill>
            <a:prstDash val="solid"/>
            <a:round/>
            <a:headEnd type="none" w="med" len="med"/>
            <a:tailEnd type="none" w="med" len="med"/>
          </a:ln>
        </p:spPr>
      </p:cxnSp>
      <p:cxnSp>
        <p:nvCxnSpPr>
          <p:cNvPr id="617" name="Google Shape;617;p34"/>
          <p:cNvCxnSpPr>
            <a:stCxn id="605" idx="0"/>
            <a:endCxn id="612" idx="2"/>
          </p:cNvCxnSpPr>
          <p:nvPr/>
        </p:nvCxnSpPr>
        <p:spPr>
          <a:xfrm rot="10800000">
            <a:off x="5476625" y="2617306"/>
            <a:ext cx="0" cy="166800"/>
          </a:xfrm>
          <a:prstGeom prst="straightConnector1">
            <a:avLst/>
          </a:prstGeom>
          <a:noFill/>
          <a:ln w="28575" cap="flat" cmpd="sng">
            <a:solidFill>
              <a:schemeClr val="dk1"/>
            </a:solidFill>
            <a:prstDash val="solid"/>
            <a:round/>
            <a:headEnd type="none" w="med" len="med"/>
            <a:tailEnd type="none" w="med" len="med"/>
          </a:ln>
        </p:spPr>
      </p:cxnSp>
      <p:cxnSp>
        <p:nvCxnSpPr>
          <p:cNvPr id="618" name="Google Shape;618;p34"/>
          <p:cNvCxnSpPr>
            <a:stCxn id="606" idx="2"/>
            <a:endCxn id="613" idx="0"/>
          </p:cNvCxnSpPr>
          <p:nvPr/>
        </p:nvCxnSpPr>
        <p:spPr>
          <a:xfrm>
            <a:off x="7285900" y="3241306"/>
            <a:ext cx="0" cy="166800"/>
          </a:xfrm>
          <a:prstGeom prst="straightConnector1">
            <a:avLst/>
          </a:prstGeom>
          <a:noFill/>
          <a:ln w="28575" cap="flat" cmpd="sng">
            <a:solidFill>
              <a:schemeClr val="dk1"/>
            </a:solidFill>
            <a:prstDash val="solid"/>
            <a:round/>
            <a:headEnd type="none" w="med" len="med"/>
            <a:tailEnd type="none" w="med" len="med"/>
          </a:ln>
        </p:spPr>
      </p:cxnSp>
      <p:cxnSp>
        <p:nvCxnSpPr>
          <p:cNvPr id="619" name="Google Shape;619;p34"/>
          <p:cNvCxnSpPr>
            <a:stCxn id="603" idx="3"/>
            <a:endCxn id="604" idx="1"/>
          </p:cNvCxnSpPr>
          <p:nvPr/>
        </p:nvCxnSpPr>
        <p:spPr>
          <a:xfrm>
            <a:off x="2680975" y="3012706"/>
            <a:ext cx="163500" cy="0"/>
          </a:xfrm>
          <a:prstGeom prst="straightConnector1">
            <a:avLst/>
          </a:prstGeom>
          <a:noFill/>
          <a:ln w="28575" cap="flat" cmpd="sng">
            <a:solidFill>
              <a:schemeClr val="dk1"/>
            </a:solidFill>
            <a:prstDash val="solid"/>
            <a:round/>
            <a:headEnd type="none" w="med" len="med"/>
            <a:tailEnd type="none" w="med" len="med"/>
          </a:ln>
        </p:spPr>
      </p:cxnSp>
      <p:cxnSp>
        <p:nvCxnSpPr>
          <p:cNvPr id="620" name="Google Shape;620;p34"/>
          <p:cNvCxnSpPr>
            <a:stCxn id="604" idx="3"/>
            <a:endCxn id="605" idx="1"/>
          </p:cNvCxnSpPr>
          <p:nvPr/>
        </p:nvCxnSpPr>
        <p:spPr>
          <a:xfrm>
            <a:off x="4490250" y="3012706"/>
            <a:ext cx="163500" cy="0"/>
          </a:xfrm>
          <a:prstGeom prst="straightConnector1">
            <a:avLst/>
          </a:prstGeom>
          <a:noFill/>
          <a:ln w="28575" cap="flat" cmpd="sng">
            <a:solidFill>
              <a:schemeClr val="dk1"/>
            </a:solidFill>
            <a:prstDash val="solid"/>
            <a:round/>
            <a:headEnd type="none" w="med" len="med"/>
            <a:tailEnd type="none" w="med" len="med"/>
          </a:ln>
        </p:spPr>
      </p:cxnSp>
      <p:cxnSp>
        <p:nvCxnSpPr>
          <p:cNvPr id="621" name="Google Shape;621;p34"/>
          <p:cNvCxnSpPr>
            <a:stCxn id="605" idx="3"/>
            <a:endCxn id="606" idx="1"/>
          </p:cNvCxnSpPr>
          <p:nvPr/>
        </p:nvCxnSpPr>
        <p:spPr>
          <a:xfrm>
            <a:off x="6299525" y="3012706"/>
            <a:ext cx="163500" cy="0"/>
          </a:xfrm>
          <a:prstGeom prst="straightConnector1">
            <a:avLst/>
          </a:prstGeom>
          <a:noFill/>
          <a:ln w="28575" cap="flat" cmpd="sng">
            <a:solidFill>
              <a:schemeClr val="dk1"/>
            </a:solidFill>
            <a:prstDash val="solid"/>
            <a:round/>
            <a:headEnd type="none" w="med" len="med"/>
            <a:tailEnd type="none" w="med" len="med"/>
          </a:ln>
        </p:spPr>
      </p:cxnSp>
      <p:cxnSp>
        <p:nvCxnSpPr>
          <p:cNvPr id="622" name="Google Shape;622;p34"/>
          <p:cNvCxnSpPr>
            <a:stCxn id="606" idx="3"/>
          </p:cNvCxnSpPr>
          <p:nvPr/>
        </p:nvCxnSpPr>
        <p:spPr>
          <a:xfrm>
            <a:off x="8108800" y="3012706"/>
            <a:ext cx="321000" cy="0"/>
          </a:xfrm>
          <a:prstGeom prst="straightConnector1">
            <a:avLst/>
          </a:prstGeom>
          <a:noFill/>
          <a:ln w="28575" cap="flat" cmpd="sng">
            <a:solidFill>
              <a:schemeClr val="dk1"/>
            </a:solidFill>
            <a:prstDash val="solid"/>
            <a:round/>
            <a:headEnd type="none" w="med" len="med"/>
            <a:tailEnd type="oval" w="med" len="med"/>
          </a:ln>
        </p:spPr>
      </p:cxnSp>
      <p:cxnSp>
        <p:nvCxnSpPr>
          <p:cNvPr id="623" name="Google Shape;623;p34"/>
          <p:cNvCxnSpPr>
            <a:stCxn id="603" idx="1"/>
          </p:cNvCxnSpPr>
          <p:nvPr/>
        </p:nvCxnSpPr>
        <p:spPr>
          <a:xfrm rot="10800000">
            <a:off x="716275" y="3012706"/>
            <a:ext cx="318900" cy="0"/>
          </a:xfrm>
          <a:prstGeom prst="straightConnector1">
            <a:avLst/>
          </a:prstGeom>
          <a:noFill/>
          <a:ln w="28575" cap="flat" cmpd="sng">
            <a:solidFill>
              <a:schemeClr val="dk1"/>
            </a:solidFill>
            <a:prstDash val="solid"/>
            <a:round/>
            <a:headEnd type="none" w="med" len="med"/>
            <a:tailEnd type="oval" w="med" len="med"/>
          </a:ln>
        </p:spPr>
      </p:cxnSp>
      <p:grpSp>
        <p:nvGrpSpPr>
          <p:cNvPr id="624" name="Google Shape;624;p34"/>
          <p:cNvGrpSpPr/>
          <p:nvPr/>
        </p:nvGrpSpPr>
        <p:grpSpPr>
          <a:xfrm>
            <a:off x="716262" y="4020798"/>
            <a:ext cx="682628" cy="313230"/>
            <a:chOff x="7746275" y="1413898"/>
            <a:chExt cx="682628" cy="313230"/>
          </a:xfrm>
        </p:grpSpPr>
        <p:sp>
          <p:nvSpPr>
            <p:cNvPr id="625" name="Google Shape;625;p34"/>
            <p:cNvSpPr/>
            <p:nvPr/>
          </p:nvSpPr>
          <p:spPr>
            <a:xfrm>
              <a:off x="7746275" y="156253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4"/>
            <p:cNvSpPr/>
            <p:nvPr/>
          </p:nvSpPr>
          <p:spPr>
            <a:xfrm>
              <a:off x="7971707" y="1413898"/>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7" name="Google Shape;627;p34"/>
          <p:cNvSpPr/>
          <p:nvPr/>
        </p:nvSpPr>
        <p:spPr>
          <a:xfrm rot="-2700000">
            <a:off x="7919053" y="3051729"/>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4"/>
          <p:cNvSpPr/>
          <p:nvPr/>
        </p:nvSpPr>
        <p:spPr>
          <a:xfrm>
            <a:off x="577968" y="79101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9" name="Google Shape;629;p34"/>
          <p:cNvGrpSpPr/>
          <p:nvPr/>
        </p:nvGrpSpPr>
        <p:grpSpPr>
          <a:xfrm>
            <a:off x="7266943" y="1417337"/>
            <a:ext cx="1827475" cy="1051350"/>
            <a:chOff x="136938" y="3645137"/>
            <a:chExt cx="1827475" cy="1051350"/>
          </a:xfrm>
        </p:grpSpPr>
        <p:grpSp>
          <p:nvGrpSpPr>
            <p:cNvPr id="630" name="Google Shape;630;p34"/>
            <p:cNvGrpSpPr/>
            <p:nvPr/>
          </p:nvGrpSpPr>
          <p:grpSpPr>
            <a:xfrm>
              <a:off x="136938" y="3645137"/>
              <a:ext cx="1827475" cy="1051350"/>
              <a:chOff x="274188" y="1278048"/>
              <a:chExt cx="1827475" cy="1051350"/>
            </a:xfrm>
          </p:grpSpPr>
          <p:sp>
            <p:nvSpPr>
              <p:cNvPr id="631" name="Google Shape;631;p34"/>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4"/>
              <p:cNvGrpSpPr/>
              <p:nvPr/>
            </p:nvGrpSpPr>
            <p:grpSpPr>
              <a:xfrm>
                <a:off x="274188" y="1278048"/>
                <a:ext cx="1737300" cy="960000"/>
                <a:chOff x="7146475" y="2190661"/>
                <a:chExt cx="1737300" cy="960000"/>
              </a:xfrm>
            </p:grpSpPr>
            <p:sp>
              <p:nvSpPr>
                <p:cNvPr id="633" name="Google Shape;633;p34"/>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34" name="Google Shape;634;p34"/>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35" name="Google Shape;635;p34"/>
            <p:cNvGrpSpPr/>
            <p:nvPr/>
          </p:nvGrpSpPr>
          <p:grpSpPr>
            <a:xfrm>
              <a:off x="312866" y="4003096"/>
              <a:ext cx="1339306" cy="443405"/>
              <a:chOff x="312866" y="4003096"/>
              <a:chExt cx="1339306" cy="443405"/>
            </a:xfrm>
          </p:grpSpPr>
          <p:sp>
            <p:nvSpPr>
              <p:cNvPr id="636" name="Google Shape;636;p34"/>
              <p:cNvSpPr/>
              <p:nvPr/>
            </p:nvSpPr>
            <p:spPr>
              <a:xfrm>
                <a:off x="877401" y="4018335"/>
                <a:ext cx="770549" cy="67223"/>
              </a:xfrm>
              <a:custGeom>
                <a:avLst/>
                <a:gdLst/>
                <a:ahLst/>
                <a:cxnLst/>
                <a:rect l="l" t="t" r="r" b="b"/>
                <a:pathLst>
                  <a:path w="17343" h="1513" extrusionOk="0">
                    <a:moveTo>
                      <a:pt x="1001" y="0"/>
                    </a:moveTo>
                    <a:cubicBezTo>
                      <a:pt x="1" y="0"/>
                      <a:pt x="1" y="1512"/>
                      <a:pt x="1001" y="1512"/>
                    </a:cubicBezTo>
                    <a:lnTo>
                      <a:pt x="16318" y="1512"/>
                    </a:lnTo>
                    <a:cubicBezTo>
                      <a:pt x="17342" y="1512"/>
                      <a:pt x="17342" y="0"/>
                      <a:pt x="1631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4"/>
              <p:cNvSpPr/>
              <p:nvPr/>
            </p:nvSpPr>
            <p:spPr>
              <a:xfrm>
                <a:off x="873136" y="4156728"/>
                <a:ext cx="779036" cy="274489"/>
              </a:xfrm>
              <a:custGeom>
                <a:avLst/>
                <a:gdLst/>
                <a:ahLst/>
                <a:cxnLst/>
                <a:rect l="l" t="t" r="r" b="b"/>
                <a:pathLst>
                  <a:path w="17534" h="6178" extrusionOk="0">
                    <a:moveTo>
                      <a:pt x="9469" y="0"/>
                    </a:moveTo>
                    <a:cubicBezTo>
                      <a:pt x="9292" y="0"/>
                      <a:pt x="9116" y="62"/>
                      <a:pt x="8975" y="178"/>
                    </a:cubicBezTo>
                    <a:lnTo>
                      <a:pt x="4024" y="4470"/>
                    </a:lnTo>
                    <a:lnTo>
                      <a:pt x="1512" y="2885"/>
                    </a:lnTo>
                    <a:cubicBezTo>
                      <a:pt x="1365" y="2788"/>
                      <a:pt x="1219" y="2747"/>
                      <a:pt x="1083" y="2747"/>
                    </a:cubicBezTo>
                    <a:cubicBezTo>
                      <a:pt x="430" y="2747"/>
                      <a:pt x="0" y="3709"/>
                      <a:pt x="707" y="4153"/>
                    </a:cubicBezTo>
                    <a:lnTo>
                      <a:pt x="3682" y="6056"/>
                    </a:lnTo>
                    <a:cubicBezTo>
                      <a:pt x="3804" y="6129"/>
                      <a:pt x="3951" y="6178"/>
                      <a:pt x="4097" y="6178"/>
                    </a:cubicBezTo>
                    <a:cubicBezTo>
                      <a:pt x="4268" y="6178"/>
                      <a:pt x="4438" y="6129"/>
                      <a:pt x="4585" y="6007"/>
                    </a:cubicBezTo>
                    <a:lnTo>
                      <a:pt x="9511" y="1739"/>
                    </a:lnTo>
                    <a:lnTo>
                      <a:pt x="12731" y="4202"/>
                    </a:lnTo>
                    <a:cubicBezTo>
                      <a:pt x="12866" y="4307"/>
                      <a:pt x="13038" y="4357"/>
                      <a:pt x="13207" y="4357"/>
                    </a:cubicBezTo>
                    <a:cubicBezTo>
                      <a:pt x="13313" y="4357"/>
                      <a:pt x="13417" y="4337"/>
                      <a:pt x="13511" y="4300"/>
                    </a:cubicBezTo>
                    <a:lnTo>
                      <a:pt x="16731" y="2812"/>
                    </a:lnTo>
                    <a:cubicBezTo>
                      <a:pt x="17534" y="2432"/>
                      <a:pt x="17165" y="1337"/>
                      <a:pt x="16449" y="1337"/>
                    </a:cubicBezTo>
                    <a:cubicBezTo>
                      <a:pt x="16339" y="1337"/>
                      <a:pt x="16220" y="1363"/>
                      <a:pt x="16097" y="1422"/>
                    </a:cubicBezTo>
                    <a:lnTo>
                      <a:pt x="13292" y="2714"/>
                    </a:lnTo>
                    <a:lnTo>
                      <a:pt x="9926" y="153"/>
                    </a:lnTo>
                    <a:cubicBezTo>
                      <a:pt x="9788" y="50"/>
                      <a:pt x="9628" y="0"/>
                      <a:pt x="9469" y="0"/>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4"/>
              <p:cNvSpPr/>
              <p:nvPr/>
            </p:nvSpPr>
            <p:spPr>
              <a:xfrm>
                <a:off x="350807" y="4003096"/>
                <a:ext cx="211354" cy="187583"/>
              </a:xfrm>
              <a:custGeom>
                <a:avLst/>
                <a:gdLst/>
                <a:ahLst/>
                <a:cxnLst/>
                <a:rect l="l" t="t" r="r" b="b"/>
                <a:pathLst>
                  <a:path w="4757" h="4222" extrusionOk="0">
                    <a:moveTo>
                      <a:pt x="4648" y="1"/>
                    </a:moveTo>
                    <a:cubicBezTo>
                      <a:pt x="2522" y="1"/>
                      <a:pt x="648" y="1402"/>
                      <a:pt x="1" y="3441"/>
                    </a:cubicBezTo>
                    <a:lnTo>
                      <a:pt x="2391" y="4221"/>
                    </a:lnTo>
                    <a:cubicBezTo>
                      <a:pt x="2708" y="3197"/>
                      <a:pt x="3683" y="2490"/>
                      <a:pt x="4757" y="2490"/>
                    </a:cubicBezTo>
                    <a:lnTo>
                      <a:pt x="4757" y="2"/>
                    </a:lnTo>
                    <a:cubicBezTo>
                      <a:pt x="4720" y="1"/>
                      <a:pt x="4684" y="1"/>
                      <a:pt x="4648"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4"/>
              <p:cNvSpPr/>
              <p:nvPr/>
            </p:nvSpPr>
            <p:spPr>
              <a:xfrm>
                <a:off x="312866" y="4155928"/>
                <a:ext cx="460606" cy="290572"/>
              </a:xfrm>
              <a:custGeom>
                <a:avLst/>
                <a:gdLst/>
                <a:ahLst/>
                <a:cxnLst/>
                <a:rect l="l" t="t" r="r" b="b"/>
                <a:pathLst>
                  <a:path w="10367" h="6540" extrusionOk="0">
                    <a:moveTo>
                      <a:pt x="855" y="1"/>
                    </a:moveTo>
                    <a:lnTo>
                      <a:pt x="855" y="1"/>
                    </a:lnTo>
                    <a:cubicBezTo>
                      <a:pt x="1" y="2635"/>
                      <a:pt x="1440" y="5440"/>
                      <a:pt x="4074" y="6293"/>
                    </a:cubicBezTo>
                    <a:cubicBezTo>
                      <a:pt x="4584" y="6460"/>
                      <a:pt x="5103" y="6539"/>
                      <a:pt x="5614" y="6539"/>
                    </a:cubicBezTo>
                    <a:cubicBezTo>
                      <a:pt x="7715" y="6539"/>
                      <a:pt x="9680" y="5198"/>
                      <a:pt x="10367" y="3098"/>
                    </a:cubicBezTo>
                    <a:lnTo>
                      <a:pt x="7976" y="2318"/>
                    </a:lnTo>
                    <a:cubicBezTo>
                      <a:pt x="7642" y="3380"/>
                      <a:pt x="6657" y="4046"/>
                      <a:pt x="5597" y="4046"/>
                    </a:cubicBezTo>
                    <a:cubicBezTo>
                      <a:pt x="5343" y="4046"/>
                      <a:pt x="5085" y="4008"/>
                      <a:pt x="4830" y="3927"/>
                    </a:cubicBezTo>
                    <a:cubicBezTo>
                      <a:pt x="3513" y="3488"/>
                      <a:pt x="2806" y="2098"/>
                      <a:pt x="3245" y="781"/>
                    </a:cubicBezTo>
                    <a:lnTo>
                      <a:pt x="855" y="1"/>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4"/>
              <p:cNvSpPr/>
              <p:nvPr/>
            </p:nvSpPr>
            <p:spPr>
              <a:xfrm>
                <a:off x="562102" y="4003140"/>
                <a:ext cx="222194" cy="290483"/>
              </a:xfrm>
              <a:custGeom>
                <a:avLst/>
                <a:gdLst/>
                <a:ahLst/>
                <a:cxnLst/>
                <a:rect l="l" t="t" r="r" b="b"/>
                <a:pathLst>
                  <a:path w="5001" h="6538" extrusionOk="0">
                    <a:moveTo>
                      <a:pt x="45" y="1"/>
                    </a:moveTo>
                    <a:cubicBezTo>
                      <a:pt x="30" y="1"/>
                      <a:pt x="15" y="1"/>
                      <a:pt x="1" y="1"/>
                    </a:cubicBezTo>
                    <a:lnTo>
                      <a:pt x="1" y="2489"/>
                    </a:lnTo>
                    <a:cubicBezTo>
                      <a:pt x="1683" y="2489"/>
                      <a:pt x="2903" y="4147"/>
                      <a:pt x="2366" y="5757"/>
                    </a:cubicBezTo>
                    <a:lnTo>
                      <a:pt x="4757" y="6537"/>
                    </a:lnTo>
                    <a:cubicBezTo>
                      <a:pt x="4927" y="6025"/>
                      <a:pt x="5000" y="5513"/>
                      <a:pt x="5000" y="5001"/>
                    </a:cubicBezTo>
                    <a:cubicBezTo>
                      <a:pt x="5000" y="2235"/>
                      <a:pt x="2781" y="1"/>
                      <a:pt x="45"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43"/>
          <p:cNvSpPr txBox="1">
            <a:spLocks noGrp="1"/>
          </p:cNvSpPr>
          <p:nvPr>
            <p:ph type="title"/>
          </p:nvPr>
        </p:nvSpPr>
        <p:spPr>
          <a:xfrm>
            <a:off x="714250" y="731525"/>
            <a:ext cx="5015700" cy="68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Summary</a:t>
            </a:r>
            <a:endParaRPr dirty="0"/>
          </a:p>
        </p:txBody>
      </p:sp>
      <p:sp>
        <p:nvSpPr>
          <p:cNvPr id="896" name="Google Shape;896;p43"/>
          <p:cNvSpPr txBox="1">
            <a:spLocks noGrp="1"/>
          </p:cNvSpPr>
          <p:nvPr>
            <p:ph type="body" idx="1"/>
          </p:nvPr>
        </p:nvSpPr>
        <p:spPr>
          <a:xfrm>
            <a:off x="715850" y="1600325"/>
            <a:ext cx="5019900" cy="25647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IN" dirty="0"/>
              <a:t>A fully local, zero-cost, RAG pipeline </a:t>
            </a:r>
            <a:endParaRPr dirty="0"/>
          </a:p>
          <a:p>
            <a:pPr marL="457200" lvl="0" indent="-317500" algn="l" rtl="0">
              <a:spcBef>
                <a:spcPts val="0"/>
              </a:spcBef>
              <a:spcAft>
                <a:spcPts val="0"/>
              </a:spcAft>
              <a:buSzPts val="1400"/>
              <a:buChar char="●"/>
            </a:pPr>
            <a:r>
              <a:rPr lang="en-IN" dirty="0"/>
              <a:t>X</a:t>
            </a:r>
          </a:p>
          <a:p>
            <a:pPr marL="457200" lvl="0" indent="-317500" algn="l" rtl="0">
              <a:spcBef>
                <a:spcPts val="0"/>
              </a:spcBef>
              <a:spcAft>
                <a:spcPts val="0"/>
              </a:spcAft>
              <a:buSzPts val="1400"/>
              <a:buChar char="●"/>
            </a:pPr>
            <a:r>
              <a:rPr lang="en-IN" dirty="0"/>
              <a:t>Model selection based on benchmark</a:t>
            </a:r>
          </a:p>
          <a:p>
            <a:pPr marL="457200" lvl="0" indent="-317500" algn="l" rtl="0">
              <a:spcBef>
                <a:spcPts val="0"/>
              </a:spcBef>
              <a:spcAft>
                <a:spcPts val="0"/>
              </a:spcAft>
              <a:buSzPts val="1400"/>
              <a:buChar char="●"/>
            </a:pPr>
            <a:r>
              <a:rPr lang="en-IN" dirty="0"/>
              <a:t>X</a:t>
            </a:r>
            <a:endParaRPr dirty="0"/>
          </a:p>
          <a:p>
            <a:pPr marL="457200" lvl="0" indent="-317500" algn="l" rtl="0">
              <a:spcBef>
                <a:spcPts val="0"/>
              </a:spcBef>
              <a:spcAft>
                <a:spcPts val="0"/>
              </a:spcAft>
              <a:buSzPts val="1400"/>
              <a:buChar char="●"/>
            </a:pPr>
            <a:r>
              <a:rPr lang="en-IN" dirty="0"/>
              <a:t>Source confirmed answers</a:t>
            </a:r>
            <a:endParaRPr dirty="0"/>
          </a:p>
          <a:p>
            <a:pPr marL="457200" lvl="0" indent="-317500" algn="l" rtl="0">
              <a:spcBef>
                <a:spcPts val="0"/>
              </a:spcBef>
              <a:spcAft>
                <a:spcPts val="0"/>
              </a:spcAft>
              <a:buSzPts val="1400"/>
              <a:buChar char="●"/>
            </a:pPr>
            <a:r>
              <a:rPr lang="en-IN" dirty="0"/>
              <a:t>X</a:t>
            </a:r>
            <a:endParaRPr dirty="0"/>
          </a:p>
          <a:p>
            <a:pPr marL="457200" lvl="0" indent="-317500" algn="l" rtl="0">
              <a:spcBef>
                <a:spcPts val="0"/>
              </a:spcBef>
              <a:spcAft>
                <a:spcPts val="0"/>
              </a:spcAft>
              <a:buSzPts val="1400"/>
              <a:buChar char="●"/>
            </a:pPr>
            <a:r>
              <a:rPr lang="en-IN" dirty="0"/>
              <a:t>No paid API’s, no cloud deployment</a:t>
            </a:r>
          </a:p>
          <a:p>
            <a:pPr marL="457200" lvl="0" indent="-317500" algn="l" rtl="0">
              <a:spcBef>
                <a:spcPts val="0"/>
              </a:spcBef>
              <a:spcAft>
                <a:spcPts val="0"/>
              </a:spcAft>
              <a:buSzPts val="1400"/>
              <a:buChar char="●"/>
            </a:pPr>
            <a:r>
              <a:rPr lang="en-IN" dirty="0"/>
              <a:t>X</a:t>
            </a:r>
          </a:p>
          <a:p>
            <a:pPr marL="457200" lvl="0" indent="-317500" algn="l" rtl="0">
              <a:spcBef>
                <a:spcPts val="0"/>
              </a:spcBef>
              <a:spcAft>
                <a:spcPts val="0"/>
              </a:spcAft>
              <a:buSzPts val="1400"/>
              <a:buChar char="●"/>
            </a:pPr>
            <a:r>
              <a:rPr lang="en-IN" dirty="0"/>
              <a:t>Open source deployment</a:t>
            </a:r>
          </a:p>
          <a:p>
            <a:pPr marL="457200" lvl="0" indent="-317500" algn="l" rtl="0">
              <a:spcBef>
                <a:spcPts val="0"/>
              </a:spcBef>
              <a:spcAft>
                <a:spcPts val="0"/>
              </a:spcAft>
              <a:buSzPts val="1400"/>
              <a:buChar char="●"/>
            </a:pPr>
            <a:r>
              <a:rPr lang="en-IN" dirty="0"/>
              <a:t>X</a:t>
            </a:r>
          </a:p>
          <a:p>
            <a:pPr marL="457200" lvl="0" indent="-317500" algn="l" rtl="0">
              <a:spcBef>
                <a:spcPts val="0"/>
              </a:spcBef>
              <a:spcAft>
                <a:spcPts val="0"/>
              </a:spcAft>
              <a:buSzPts val="1400"/>
              <a:buChar char="●"/>
            </a:pPr>
            <a:r>
              <a:rPr lang="en-IN" dirty="0"/>
              <a:t>Full detailed project report on </a:t>
            </a:r>
            <a:r>
              <a:rPr lang="en-IN" dirty="0">
                <a:hlinkClick r:id="rId3"/>
              </a:rPr>
              <a:t>GitHub</a:t>
            </a:r>
            <a:endParaRPr lang="en-IN" dirty="0"/>
          </a:p>
        </p:txBody>
      </p:sp>
      <p:grpSp>
        <p:nvGrpSpPr>
          <p:cNvPr id="897" name="Google Shape;897;p43"/>
          <p:cNvGrpSpPr/>
          <p:nvPr/>
        </p:nvGrpSpPr>
        <p:grpSpPr>
          <a:xfrm>
            <a:off x="5918609" y="2672657"/>
            <a:ext cx="1646100" cy="1188900"/>
            <a:chOff x="7403363" y="1047512"/>
            <a:chExt cx="1646100" cy="1188900"/>
          </a:xfrm>
        </p:grpSpPr>
        <p:sp>
          <p:nvSpPr>
            <p:cNvPr id="898" name="Google Shape;898;p43"/>
            <p:cNvSpPr/>
            <p:nvPr/>
          </p:nvSpPr>
          <p:spPr>
            <a:xfrm>
              <a:off x="7494863" y="1139012"/>
              <a:ext cx="1554600" cy="1097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3"/>
            <p:cNvSpPr/>
            <p:nvPr/>
          </p:nvSpPr>
          <p:spPr>
            <a:xfrm>
              <a:off x="7403363" y="1047512"/>
              <a:ext cx="1554600" cy="1097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0" name="Google Shape;900;p43"/>
            <p:cNvCxnSpPr/>
            <p:nvPr/>
          </p:nvCxnSpPr>
          <p:spPr>
            <a:xfrm>
              <a:off x="7413325" y="1230512"/>
              <a:ext cx="1544700" cy="0"/>
            </a:xfrm>
            <a:prstGeom prst="straightConnector1">
              <a:avLst/>
            </a:prstGeom>
            <a:noFill/>
            <a:ln w="28575" cap="flat" cmpd="sng">
              <a:solidFill>
                <a:schemeClr val="dk1"/>
              </a:solidFill>
              <a:prstDash val="solid"/>
              <a:round/>
              <a:headEnd type="none" w="med" len="med"/>
              <a:tailEnd type="none" w="med" len="med"/>
            </a:ln>
          </p:spPr>
        </p:cxnSp>
        <p:sp>
          <p:nvSpPr>
            <p:cNvPr id="901" name="Google Shape;901;p43"/>
            <p:cNvSpPr/>
            <p:nvPr/>
          </p:nvSpPr>
          <p:spPr>
            <a:xfrm>
              <a:off x="7540474"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3"/>
            <p:cNvSpPr/>
            <p:nvPr/>
          </p:nvSpPr>
          <p:spPr>
            <a:xfrm>
              <a:off x="8009987"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3"/>
            <p:cNvSpPr/>
            <p:nvPr/>
          </p:nvSpPr>
          <p:spPr>
            <a:xfrm>
              <a:off x="8479499"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4" name="Google Shape;904;p43"/>
            <p:cNvGrpSpPr/>
            <p:nvPr/>
          </p:nvGrpSpPr>
          <p:grpSpPr>
            <a:xfrm>
              <a:off x="7770652" y="1367593"/>
              <a:ext cx="820034" cy="187786"/>
              <a:chOff x="4005100" y="3437025"/>
              <a:chExt cx="535375" cy="122600"/>
            </a:xfrm>
          </p:grpSpPr>
          <p:sp>
            <p:nvSpPr>
              <p:cNvPr id="905" name="Google Shape;905;p43"/>
              <p:cNvSpPr/>
              <p:nvPr/>
            </p:nvSpPr>
            <p:spPr>
              <a:xfrm>
                <a:off x="4005100" y="3437025"/>
                <a:ext cx="535375" cy="33575"/>
              </a:xfrm>
              <a:custGeom>
                <a:avLst/>
                <a:gdLst/>
                <a:ahLst/>
                <a:cxnLst/>
                <a:rect l="l" t="t" r="r" b="b"/>
                <a:pathLst>
                  <a:path w="21415" h="1343" extrusionOk="0">
                    <a:moveTo>
                      <a:pt x="903" y="1"/>
                    </a:moveTo>
                    <a:cubicBezTo>
                      <a:pt x="1" y="1"/>
                      <a:pt x="1" y="1342"/>
                      <a:pt x="903" y="1342"/>
                    </a:cubicBezTo>
                    <a:lnTo>
                      <a:pt x="20488" y="1342"/>
                    </a:lnTo>
                    <a:cubicBezTo>
                      <a:pt x="21415" y="1342"/>
                      <a:pt x="21415" y="1"/>
                      <a:pt x="204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3"/>
              <p:cNvSpPr/>
              <p:nvPr/>
            </p:nvSpPr>
            <p:spPr>
              <a:xfrm>
                <a:off x="4064850" y="3525450"/>
                <a:ext cx="415275" cy="34175"/>
              </a:xfrm>
              <a:custGeom>
                <a:avLst/>
                <a:gdLst/>
                <a:ahLst/>
                <a:cxnLst/>
                <a:rect l="l" t="t" r="r" b="b"/>
                <a:pathLst>
                  <a:path w="16611" h="1367" extrusionOk="0">
                    <a:moveTo>
                      <a:pt x="928" y="0"/>
                    </a:moveTo>
                    <a:cubicBezTo>
                      <a:pt x="1" y="0"/>
                      <a:pt x="1" y="1366"/>
                      <a:pt x="928" y="1366"/>
                    </a:cubicBezTo>
                    <a:lnTo>
                      <a:pt x="15708" y="1366"/>
                    </a:lnTo>
                    <a:cubicBezTo>
                      <a:pt x="16610" y="1366"/>
                      <a:pt x="16610" y="0"/>
                      <a:pt x="15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07" name="Google Shape;907;p43"/>
          <p:cNvGrpSpPr/>
          <p:nvPr/>
        </p:nvGrpSpPr>
        <p:grpSpPr>
          <a:xfrm>
            <a:off x="8177451" y="4105603"/>
            <a:ext cx="502899" cy="502899"/>
            <a:chOff x="858700" y="1967475"/>
            <a:chExt cx="605100" cy="605100"/>
          </a:xfrm>
        </p:grpSpPr>
        <p:sp>
          <p:nvSpPr>
            <p:cNvPr id="908" name="Google Shape;908;p43"/>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3"/>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0" name="Google Shape;910;p43"/>
          <p:cNvGrpSpPr/>
          <p:nvPr/>
        </p:nvGrpSpPr>
        <p:grpSpPr>
          <a:xfrm>
            <a:off x="8177500" y="3419800"/>
            <a:ext cx="502800" cy="502800"/>
            <a:chOff x="1627550" y="2017350"/>
            <a:chExt cx="502800" cy="502800"/>
          </a:xfrm>
        </p:grpSpPr>
        <p:sp>
          <p:nvSpPr>
            <p:cNvPr id="911" name="Google Shape;911;p43"/>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3"/>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 name="Google Shape;913;p43"/>
          <p:cNvGrpSpPr/>
          <p:nvPr/>
        </p:nvGrpSpPr>
        <p:grpSpPr>
          <a:xfrm>
            <a:off x="8177501" y="2644294"/>
            <a:ext cx="629846" cy="592514"/>
            <a:chOff x="463701" y="2217961"/>
            <a:chExt cx="629846" cy="592514"/>
          </a:xfrm>
        </p:grpSpPr>
        <p:sp>
          <p:nvSpPr>
            <p:cNvPr id="914" name="Google Shape;914;p43"/>
            <p:cNvSpPr/>
            <p:nvPr/>
          </p:nvSpPr>
          <p:spPr>
            <a:xfrm>
              <a:off x="463701" y="2307675"/>
              <a:ext cx="502800" cy="502800"/>
            </a:xfrm>
            <a:prstGeom prst="roundRect">
              <a:avLst>
                <a:gd name="adj" fmla="val 1510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3"/>
            <p:cNvSpPr/>
            <p:nvPr/>
          </p:nvSpPr>
          <p:spPr>
            <a:xfrm>
              <a:off x="545925" y="2446300"/>
              <a:ext cx="338328" cy="225549"/>
            </a:xfrm>
            <a:custGeom>
              <a:avLst/>
              <a:gdLst/>
              <a:ahLst/>
              <a:cxnLst/>
              <a:rect l="l" t="t" r="r" b="b"/>
              <a:pathLst>
                <a:path w="8708" h="5806" extrusionOk="0">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3"/>
            <p:cNvSpPr/>
            <p:nvPr/>
          </p:nvSpPr>
          <p:spPr>
            <a:xfrm>
              <a:off x="555887" y="2446307"/>
              <a:ext cx="318435" cy="106170"/>
            </a:xfrm>
            <a:custGeom>
              <a:avLst/>
              <a:gdLst/>
              <a:ahLst/>
              <a:cxnLst/>
              <a:rect l="l" t="t" r="r" b="b"/>
              <a:pathLst>
                <a:path w="8196" h="2733" extrusionOk="0">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43"/>
            <p:cNvGrpSpPr/>
            <p:nvPr/>
          </p:nvGrpSpPr>
          <p:grpSpPr>
            <a:xfrm>
              <a:off x="773496" y="2217961"/>
              <a:ext cx="320051" cy="298703"/>
              <a:chOff x="1023863" y="2896525"/>
              <a:chExt cx="240875" cy="219425"/>
            </a:xfrm>
          </p:grpSpPr>
          <p:sp>
            <p:nvSpPr>
              <p:cNvPr id="918" name="Google Shape;918;p43"/>
              <p:cNvSpPr/>
              <p:nvPr/>
            </p:nvSpPr>
            <p:spPr>
              <a:xfrm>
                <a:off x="1023863" y="2896525"/>
                <a:ext cx="240875" cy="219425"/>
              </a:xfrm>
              <a:custGeom>
                <a:avLst/>
                <a:gdLst/>
                <a:ahLst/>
                <a:cxnLst/>
                <a:rect l="l" t="t" r="r" b="b"/>
                <a:pathLst>
                  <a:path w="9635" h="8777" extrusionOk="0">
                    <a:moveTo>
                      <a:pt x="4811" y="1"/>
                    </a:moveTo>
                    <a:cubicBezTo>
                      <a:pt x="2818" y="1"/>
                      <a:pt x="1017" y="1364"/>
                      <a:pt x="537" y="3389"/>
                    </a:cubicBezTo>
                    <a:cubicBezTo>
                      <a:pt x="0" y="5754"/>
                      <a:pt x="1464" y="8096"/>
                      <a:pt x="3805" y="8657"/>
                    </a:cubicBezTo>
                    <a:cubicBezTo>
                      <a:pt x="4147" y="8738"/>
                      <a:pt x="4488" y="8776"/>
                      <a:pt x="4824" y="8776"/>
                    </a:cubicBezTo>
                    <a:cubicBezTo>
                      <a:pt x="6816" y="8776"/>
                      <a:pt x="8614" y="7413"/>
                      <a:pt x="9073" y="5388"/>
                    </a:cubicBezTo>
                    <a:cubicBezTo>
                      <a:pt x="9634" y="3047"/>
                      <a:pt x="8171" y="681"/>
                      <a:pt x="5830" y="120"/>
                    </a:cubicBezTo>
                    <a:cubicBezTo>
                      <a:pt x="5488" y="39"/>
                      <a:pt x="5147" y="1"/>
                      <a:pt x="4811"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3"/>
              <p:cNvSpPr/>
              <p:nvPr/>
            </p:nvSpPr>
            <p:spPr>
              <a:xfrm>
                <a:off x="1111105" y="2959275"/>
                <a:ext cx="54900" cy="93925"/>
              </a:xfrm>
              <a:custGeom>
                <a:avLst/>
                <a:gdLst/>
                <a:ahLst/>
                <a:cxnLst/>
                <a:rect l="l" t="t" r="r" b="b"/>
                <a:pathLst>
                  <a:path w="2196" h="3757" extrusionOk="0">
                    <a:moveTo>
                      <a:pt x="1268" y="0"/>
                    </a:moveTo>
                    <a:lnTo>
                      <a:pt x="0" y="1049"/>
                    </a:lnTo>
                    <a:lnTo>
                      <a:pt x="512" y="1708"/>
                    </a:lnTo>
                    <a:lnTo>
                      <a:pt x="951" y="1342"/>
                    </a:lnTo>
                    <a:cubicBezTo>
                      <a:pt x="1024" y="1269"/>
                      <a:pt x="1098" y="1195"/>
                      <a:pt x="1171" y="1098"/>
                    </a:cubicBezTo>
                    <a:lnTo>
                      <a:pt x="1171" y="1756"/>
                    </a:lnTo>
                    <a:lnTo>
                      <a:pt x="1171" y="3756"/>
                    </a:lnTo>
                    <a:lnTo>
                      <a:pt x="2195" y="3756"/>
                    </a:lnTo>
                    <a:lnTo>
                      <a:pt x="21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20" name="Google Shape;920;p43"/>
          <p:cNvGrpSpPr/>
          <p:nvPr/>
        </p:nvGrpSpPr>
        <p:grpSpPr>
          <a:xfrm>
            <a:off x="5918588" y="1426744"/>
            <a:ext cx="1827475" cy="1051350"/>
            <a:chOff x="6161988" y="3104373"/>
            <a:chExt cx="1827475" cy="1051350"/>
          </a:xfrm>
        </p:grpSpPr>
        <p:grpSp>
          <p:nvGrpSpPr>
            <p:cNvPr id="921" name="Google Shape;921;p43"/>
            <p:cNvGrpSpPr/>
            <p:nvPr/>
          </p:nvGrpSpPr>
          <p:grpSpPr>
            <a:xfrm>
              <a:off x="6161988" y="3104373"/>
              <a:ext cx="1827475" cy="1051350"/>
              <a:chOff x="274188" y="1278048"/>
              <a:chExt cx="1827475" cy="1051350"/>
            </a:xfrm>
          </p:grpSpPr>
          <p:sp>
            <p:nvSpPr>
              <p:cNvPr id="922" name="Google Shape;922;p43"/>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3" name="Google Shape;923;p43"/>
              <p:cNvGrpSpPr/>
              <p:nvPr/>
            </p:nvGrpSpPr>
            <p:grpSpPr>
              <a:xfrm>
                <a:off x="274188" y="1278048"/>
                <a:ext cx="1737300" cy="960000"/>
                <a:chOff x="7146475" y="2190661"/>
                <a:chExt cx="1737300" cy="960000"/>
              </a:xfrm>
            </p:grpSpPr>
            <p:sp>
              <p:nvSpPr>
                <p:cNvPr id="924" name="Google Shape;924;p43"/>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5" name="Google Shape;925;p43"/>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926" name="Google Shape;926;p43"/>
            <p:cNvGrpSpPr/>
            <p:nvPr/>
          </p:nvGrpSpPr>
          <p:grpSpPr>
            <a:xfrm>
              <a:off x="6349239" y="3420925"/>
              <a:ext cx="1356472" cy="509050"/>
              <a:chOff x="6343699" y="3416675"/>
              <a:chExt cx="1356472" cy="509050"/>
            </a:xfrm>
          </p:grpSpPr>
          <p:sp>
            <p:nvSpPr>
              <p:cNvPr id="927" name="Google Shape;927;p43"/>
              <p:cNvSpPr/>
              <p:nvPr/>
            </p:nvSpPr>
            <p:spPr>
              <a:xfrm>
                <a:off x="6343699" y="3524445"/>
                <a:ext cx="776865" cy="54206"/>
              </a:xfrm>
              <a:custGeom>
                <a:avLst/>
                <a:gdLst/>
                <a:ahLst/>
                <a:cxnLst/>
                <a:rect l="l" t="t" r="r" b="b"/>
                <a:pathLst>
                  <a:path w="19319" h="1348" extrusionOk="0">
                    <a:moveTo>
                      <a:pt x="18435" y="1"/>
                    </a:moveTo>
                    <a:cubicBezTo>
                      <a:pt x="18412" y="1"/>
                      <a:pt x="18389" y="2"/>
                      <a:pt x="18366" y="3"/>
                    </a:cubicBezTo>
                    <a:lnTo>
                      <a:pt x="854" y="3"/>
                    </a:lnTo>
                    <a:cubicBezTo>
                      <a:pt x="0" y="52"/>
                      <a:pt x="0" y="1296"/>
                      <a:pt x="854" y="1345"/>
                    </a:cubicBezTo>
                    <a:lnTo>
                      <a:pt x="18366" y="1345"/>
                    </a:lnTo>
                    <a:cubicBezTo>
                      <a:pt x="18389" y="1347"/>
                      <a:pt x="18412" y="1347"/>
                      <a:pt x="18435" y="1347"/>
                    </a:cubicBezTo>
                    <a:cubicBezTo>
                      <a:pt x="19319" y="1347"/>
                      <a:pt x="19319" y="1"/>
                      <a:pt x="18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3"/>
              <p:cNvSpPr/>
              <p:nvPr/>
            </p:nvSpPr>
            <p:spPr>
              <a:xfrm>
                <a:off x="6343699" y="3651035"/>
                <a:ext cx="777147" cy="55131"/>
              </a:xfrm>
              <a:custGeom>
                <a:avLst/>
                <a:gdLst/>
                <a:ahLst/>
                <a:cxnLst/>
                <a:rect l="l" t="t" r="r" b="b"/>
                <a:pathLst>
                  <a:path w="19326" h="1371" extrusionOk="0">
                    <a:moveTo>
                      <a:pt x="18412" y="1"/>
                    </a:moveTo>
                    <a:cubicBezTo>
                      <a:pt x="18397" y="1"/>
                      <a:pt x="18382" y="1"/>
                      <a:pt x="18366" y="2"/>
                    </a:cubicBezTo>
                    <a:lnTo>
                      <a:pt x="854" y="2"/>
                    </a:lnTo>
                    <a:cubicBezTo>
                      <a:pt x="0" y="75"/>
                      <a:pt x="0" y="1319"/>
                      <a:pt x="854" y="1368"/>
                    </a:cubicBezTo>
                    <a:lnTo>
                      <a:pt x="18366" y="1368"/>
                    </a:lnTo>
                    <a:cubicBezTo>
                      <a:pt x="18389" y="1369"/>
                      <a:pt x="18412" y="1370"/>
                      <a:pt x="18434" y="1370"/>
                    </a:cubicBezTo>
                    <a:cubicBezTo>
                      <a:pt x="19326" y="1370"/>
                      <a:pt x="19319" y="1"/>
                      <a:pt x="184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3"/>
              <p:cNvSpPr/>
              <p:nvPr/>
            </p:nvSpPr>
            <p:spPr>
              <a:xfrm>
                <a:off x="6343699" y="3778469"/>
                <a:ext cx="776865" cy="55172"/>
              </a:xfrm>
              <a:custGeom>
                <a:avLst/>
                <a:gdLst/>
                <a:ahLst/>
                <a:cxnLst/>
                <a:rect l="l" t="t" r="r" b="b"/>
                <a:pathLst>
                  <a:path w="19319" h="1372" extrusionOk="0">
                    <a:moveTo>
                      <a:pt x="18433" y="1"/>
                    </a:moveTo>
                    <a:cubicBezTo>
                      <a:pt x="18411" y="1"/>
                      <a:pt x="18389" y="2"/>
                      <a:pt x="18366" y="3"/>
                    </a:cubicBezTo>
                    <a:lnTo>
                      <a:pt x="854" y="3"/>
                    </a:lnTo>
                    <a:cubicBezTo>
                      <a:pt x="0" y="52"/>
                      <a:pt x="0" y="1320"/>
                      <a:pt x="854" y="1369"/>
                    </a:cubicBezTo>
                    <a:lnTo>
                      <a:pt x="18366" y="1369"/>
                    </a:lnTo>
                    <a:cubicBezTo>
                      <a:pt x="18389" y="1371"/>
                      <a:pt x="18411" y="1372"/>
                      <a:pt x="18433" y="1372"/>
                    </a:cubicBezTo>
                    <a:cubicBezTo>
                      <a:pt x="19319" y="1372"/>
                      <a:pt x="19319" y="1"/>
                      <a:pt x="18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3"/>
              <p:cNvSpPr/>
              <p:nvPr/>
            </p:nvSpPr>
            <p:spPr>
              <a:xfrm>
                <a:off x="7286224" y="3416675"/>
                <a:ext cx="413947" cy="509050"/>
              </a:xfrm>
              <a:custGeom>
                <a:avLst/>
                <a:gdLst/>
                <a:ahLst/>
                <a:cxnLst/>
                <a:rect l="l" t="t" r="r" b="b"/>
                <a:pathLst>
                  <a:path w="10294" h="12659" extrusionOk="0">
                    <a:moveTo>
                      <a:pt x="1" y="1"/>
                    </a:moveTo>
                    <a:lnTo>
                      <a:pt x="1" y="12659"/>
                    </a:lnTo>
                    <a:lnTo>
                      <a:pt x="10293" y="12659"/>
                    </a:lnTo>
                    <a:lnTo>
                      <a:pt x="10293" y="1"/>
                    </a:ln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31" name="Google Shape;931;p43"/>
          <p:cNvSpPr/>
          <p:nvPr/>
        </p:nvSpPr>
        <p:spPr>
          <a:xfrm>
            <a:off x="5047325" y="1066450"/>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3"/>
          <p:cNvSpPr/>
          <p:nvPr/>
        </p:nvSpPr>
        <p:spPr>
          <a:xfrm>
            <a:off x="5272757" y="91781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3"/>
          <p:cNvSpPr/>
          <p:nvPr/>
        </p:nvSpPr>
        <p:spPr>
          <a:xfrm>
            <a:off x="4160539" y="104461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4" name="Google Shape;934;p43"/>
          <p:cNvGrpSpPr/>
          <p:nvPr/>
        </p:nvGrpSpPr>
        <p:grpSpPr>
          <a:xfrm>
            <a:off x="8118400" y="475791"/>
            <a:ext cx="621000" cy="621000"/>
            <a:chOff x="416300" y="4058211"/>
            <a:chExt cx="621000" cy="621000"/>
          </a:xfrm>
        </p:grpSpPr>
        <p:sp>
          <p:nvSpPr>
            <p:cNvPr id="935" name="Google Shape;935;p43"/>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3"/>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grpSp>
        <p:nvGrpSpPr>
          <p:cNvPr id="515" name="Google Shape;515;p32"/>
          <p:cNvGrpSpPr/>
          <p:nvPr/>
        </p:nvGrpSpPr>
        <p:grpSpPr>
          <a:xfrm>
            <a:off x="5022725" y="1426150"/>
            <a:ext cx="3657590" cy="348347"/>
            <a:chOff x="4572050" y="100025"/>
            <a:chExt cx="3657590" cy="348347"/>
          </a:xfrm>
        </p:grpSpPr>
        <p:sp>
          <p:nvSpPr>
            <p:cNvPr id="516" name="Google Shape;516;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1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1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1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1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p:cNvGrpSpPr/>
          <p:nvPr/>
        </p:nvGrpSpPr>
        <p:grpSpPr>
          <a:xfrm rot="-5400000">
            <a:off x="7699250" y="1584200"/>
            <a:ext cx="603495" cy="1371596"/>
            <a:chOff x="3724575" y="3497700"/>
            <a:chExt cx="603495" cy="1371596"/>
          </a:xfrm>
        </p:grpSpPr>
        <p:sp>
          <p:nvSpPr>
            <p:cNvPr id="529" name="Google Shape;529;p32"/>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1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p:cNvGrpSpPr/>
          <p:nvPr/>
        </p:nvGrpSpPr>
        <p:grpSpPr>
          <a:xfrm>
            <a:off x="715100" y="274199"/>
            <a:ext cx="1920300" cy="1918875"/>
            <a:chOff x="715100" y="274199"/>
            <a:chExt cx="1920300" cy="1918875"/>
          </a:xfrm>
        </p:grpSpPr>
        <p:sp>
          <p:nvSpPr>
            <p:cNvPr id="536" name="Google Shape;536;p32"/>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p:cNvGrpSpPr/>
            <p:nvPr/>
          </p:nvGrpSpPr>
          <p:grpSpPr>
            <a:xfrm>
              <a:off x="715100" y="274199"/>
              <a:ext cx="1828800" cy="1828800"/>
              <a:chOff x="715100" y="274199"/>
              <a:chExt cx="1828800" cy="1828800"/>
            </a:xfrm>
          </p:grpSpPr>
          <p:sp>
            <p:nvSpPr>
              <p:cNvPr id="538" name="Google Shape;538;p32"/>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539" name="Google Shape;539;p32"/>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p:cNvGrpSpPr/>
              <p:nvPr/>
            </p:nvGrpSpPr>
            <p:grpSpPr>
              <a:xfrm>
                <a:off x="2267950" y="363963"/>
                <a:ext cx="183000" cy="183000"/>
                <a:chOff x="8225400" y="367488"/>
                <a:chExt cx="183000" cy="183000"/>
              </a:xfrm>
            </p:grpSpPr>
            <p:cxnSp>
              <p:nvCxnSpPr>
                <p:cNvPr id="541" name="Google Shape;541;p3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6" name="Google Shape;546;p32"/>
          <p:cNvSpPr txBox="1">
            <a:spLocks noGrp="1"/>
          </p:cNvSpPr>
          <p:nvPr>
            <p:ph type="title"/>
          </p:nvPr>
        </p:nvSpPr>
        <p:spPr>
          <a:xfrm>
            <a:off x="1828800" y="2114550"/>
            <a:ext cx="5486400"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 YOU</a:t>
            </a:r>
            <a:endParaRPr dirty="0"/>
          </a:p>
        </p:txBody>
      </p:sp>
      <p:grpSp>
        <p:nvGrpSpPr>
          <p:cNvPr id="547" name="Google Shape;547;p32"/>
          <p:cNvGrpSpPr/>
          <p:nvPr/>
        </p:nvGrpSpPr>
        <p:grpSpPr>
          <a:xfrm>
            <a:off x="1828840" y="3406196"/>
            <a:ext cx="5577850" cy="1463100"/>
            <a:chOff x="1828840" y="3371688"/>
            <a:chExt cx="5577850" cy="1463100"/>
          </a:xfrm>
        </p:grpSpPr>
        <p:sp>
          <p:nvSpPr>
            <p:cNvPr id="548" name="Google Shape;548;p32"/>
            <p:cNvSpPr/>
            <p:nvPr/>
          </p:nvSpPr>
          <p:spPr>
            <a:xfrm>
              <a:off x="1920290" y="3463188"/>
              <a:ext cx="5486400" cy="1371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1828840" y="3371688"/>
              <a:ext cx="5486400" cy="1371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0" name="Google Shape;550;p32"/>
            <p:cNvCxnSpPr/>
            <p:nvPr/>
          </p:nvCxnSpPr>
          <p:spPr>
            <a:xfrm>
              <a:off x="1828840" y="3554706"/>
              <a:ext cx="5484900" cy="0"/>
            </a:xfrm>
            <a:prstGeom prst="straightConnector1">
              <a:avLst/>
            </a:prstGeom>
            <a:noFill/>
            <a:ln w="28575" cap="flat" cmpd="sng">
              <a:solidFill>
                <a:schemeClr val="dk1"/>
              </a:solidFill>
              <a:prstDash val="solid"/>
              <a:round/>
              <a:headEnd type="none" w="med" len="med"/>
              <a:tailEnd type="none" w="med" len="med"/>
            </a:ln>
          </p:spPr>
        </p:cxnSp>
      </p:grpSp>
      <p:sp>
        <p:nvSpPr>
          <p:cNvPr id="551" name="Google Shape;551;p32"/>
          <p:cNvSpPr txBox="1">
            <a:spLocks noGrp="1"/>
          </p:cNvSpPr>
          <p:nvPr>
            <p:ph type="subTitle" idx="1"/>
          </p:nvPr>
        </p:nvSpPr>
        <p:spPr>
          <a:xfrm>
            <a:off x="2286000" y="3952891"/>
            <a:ext cx="45720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For</a:t>
            </a:r>
            <a:r>
              <a:rPr lang="en" dirty="0"/>
              <a:t> more details and the full project, visit </a:t>
            </a:r>
            <a:r>
              <a:rPr lang="en" dirty="0">
                <a:hlinkClick r:id="rId3"/>
              </a:rPr>
              <a:t>GitHub</a:t>
            </a:r>
            <a:r>
              <a:rPr lang="en" dirty="0"/>
              <a:t>.</a:t>
            </a:r>
          </a:p>
          <a:p>
            <a:pPr marL="0" lvl="0" indent="0"/>
            <a:r>
              <a:rPr lang="en" dirty="0"/>
              <a:t>Special thanks to: </a:t>
            </a:r>
            <a:r>
              <a:rPr lang="en-IN" dirty="0"/>
              <a:t>Pooja Shastri</a:t>
            </a:r>
            <a:endParaRPr dirty="0"/>
          </a:p>
        </p:txBody>
      </p:sp>
      <p:grpSp>
        <p:nvGrpSpPr>
          <p:cNvPr id="552" name="Google Shape;552;p32"/>
          <p:cNvGrpSpPr/>
          <p:nvPr/>
        </p:nvGrpSpPr>
        <p:grpSpPr>
          <a:xfrm>
            <a:off x="463651" y="4105603"/>
            <a:ext cx="502899" cy="502899"/>
            <a:chOff x="858700" y="1967475"/>
            <a:chExt cx="605100" cy="605100"/>
          </a:xfrm>
        </p:grpSpPr>
        <p:sp>
          <p:nvSpPr>
            <p:cNvPr id="553" name="Google Shape;553;p32"/>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p:cNvGrpSpPr/>
          <p:nvPr/>
        </p:nvGrpSpPr>
        <p:grpSpPr>
          <a:xfrm>
            <a:off x="463700" y="3419800"/>
            <a:ext cx="502800" cy="502800"/>
            <a:chOff x="1627550" y="2017350"/>
            <a:chExt cx="502800" cy="502800"/>
          </a:xfrm>
        </p:grpSpPr>
        <p:sp>
          <p:nvSpPr>
            <p:cNvPr id="559" name="Google Shape;559;p32"/>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1251;p52">
            <a:extLst>
              <a:ext uri="{FF2B5EF4-FFF2-40B4-BE49-F238E27FC236}">
                <a16:creationId xmlns:a16="http://schemas.microsoft.com/office/drawing/2014/main" id="{BA0DF2B6-9321-F249-667A-EFA2B9AA715B}"/>
              </a:ext>
            </a:extLst>
          </p:cNvPr>
          <p:cNvSpPr/>
          <p:nvPr/>
        </p:nvSpPr>
        <p:spPr>
          <a:xfrm>
            <a:off x="997912" y="794576"/>
            <a:ext cx="1286070" cy="1178532"/>
          </a:xfrm>
          <a:prstGeom prst="roundRect">
            <a:avLst>
              <a:gd name="adj" fmla="val 15109"/>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oogle Shape;12475;p71">
            <a:extLst>
              <a:ext uri="{FF2B5EF4-FFF2-40B4-BE49-F238E27FC236}">
                <a16:creationId xmlns:a16="http://schemas.microsoft.com/office/drawing/2014/main" id="{75D27761-7CE1-5784-8315-C1B268E26DAE}"/>
              </a:ext>
            </a:extLst>
          </p:cNvPr>
          <p:cNvGrpSpPr/>
          <p:nvPr/>
        </p:nvGrpSpPr>
        <p:grpSpPr>
          <a:xfrm>
            <a:off x="1139253" y="866294"/>
            <a:ext cx="1023071" cy="1066822"/>
            <a:chOff x="6533281" y="3351230"/>
            <a:chExt cx="357037" cy="357005"/>
          </a:xfrm>
          <a:solidFill>
            <a:schemeClr val="tx1"/>
          </a:solidFill>
        </p:grpSpPr>
        <p:sp>
          <p:nvSpPr>
            <p:cNvPr id="7" name="Google Shape;12476;p71">
              <a:extLst>
                <a:ext uri="{FF2B5EF4-FFF2-40B4-BE49-F238E27FC236}">
                  <a16:creationId xmlns:a16="http://schemas.microsoft.com/office/drawing/2014/main" id="{2E387E1D-2D67-3AF5-2010-47093B651F3D}"/>
                </a:ext>
              </a:extLst>
            </p:cNvPr>
            <p:cNvSpPr/>
            <p:nvPr/>
          </p:nvSpPr>
          <p:spPr>
            <a:xfrm>
              <a:off x="6533281" y="3351230"/>
              <a:ext cx="357037" cy="357005"/>
            </a:xfrm>
            <a:custGeom>
              <a:avLst/>
              <a:gdLst/>
              <a:ahLst/>
              <a:cxnLst/>
              <a:rect l="l" t="t" r="r" b="b"/>
              <a:pathLst>
                <a:path w="11217" h="11216" extrusionOk="0">
                  <a:moveTo>
                    <a:pt x="5609" y="357"/>
                  </a:moveTo>
                  <a:cubicBezTo>
                    <a:pt x="8514" y="357"/>
                    <a:pt x="10859" y="2703"/>
                    <a:pt x="10859" y="5608"/>
                  </a:cubicBezTo>
                  <a:cubicBezTo>
                    <a:pt x="10871" y="8513"/>
                    <a:pt x="8514" y="10859"/>
                    <a:pt x="5609" y="10859"/>
                  </a:cubicBezTo>
                  <a:cubicBezTo>
                    <a:pt x="2703" y="10859"/>
                    <a:pt x="358" y="8513"/>
                    <a:pt x="358" y="5608"/>
                  </a:cubicBezTo>
                  <a:cubicBezTo>
                    <a:pt x="358" y="2703"/>
                    <a:pt x="2703" y="357"/>
                    <a:pt x="5609" y="357"/>
                  </a:cubicBezTo>
                  <a:close/>
                  <a:moveTo>
                    <a:pt x="5609" y="0"/>
                  </a:moveTo>
                  <a:cubicBezTo>
                    <a:pt x="4108" y="0"/>
                    <a:pt x="2703" y="572"/>
                    <a:pt x="1632" y="1631"/>
                  </a:cubicBezTo>
                  <a:cubicBezTo>
                    <a:pt x="572" y="2691"/>
                    <a:pt x="1" y="4108"/>
                    <a:pt x="1" y="5608"/>
                  </a:cubicBezTo>
                  <a:cubicBezTo>
                    <a:pt x="1" y="7108"/>
                    <a:pt x="572" y="8513"/>
                    <a:pt x="1632" y="9585"/>
                  </a:cubicBezTo>
                  <a:cubicBezTo>
                    <a:pt x="2692" y="10632"/>
                    <a:pt x="4108" y="11216"/>
                    <a:pt x="5609" y="11216"/>
                  </a:cubicBezTo>
                  <a:cubicBezTo>
                    <a:pt x="7109" y="11216"/>
                    <a:pt x="8514" y="10632"/>
                    <a:pt x="9585" y="9585"/>
                  </a:cubicBezTo>
                  <a:cubicBezTo>
                    <a:pt x="10633" y="8525"/>
                    <a:pt x="11216" y="7108"/>
                    <a:pt x="11216" y="5608"/>
                  </a:cubicBezTo>
                  <a:cubicBezTo>
                    <a:pt x="11216" y="4108"/>
                    <a:pt x="10633" y="2703"/>
                    <a:pt x="9585" y="1631"/>
                  </a:cubicBezTo>
                  <a:cubicBezTo>
                    <a:pt x="8526" y="572"/>
                    <a:pt x="7109" y="0"/>
                    <a:pt x="5609" y="0"/>
                  </a:cubicBezTo>
                  <a:close/>
                </a:path>
              </a:pathLst>
            </a:custGeom>
            <a:grp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477;p71">
              <a:extLst>
                <a:ext uri="{FF2B5EF4-FFF2-40B4-BE49-F238E27FC236}">
                  <a16:creationId xmlns:a16="http://schemas.microsoft.com/office/drawing/2014/main" id="{A9208016-52DD-017B-F8FB-3ECBD493FCED}"/>
                </a:ext>
              </a:extLst>
            </p:cNvPr>
            <p:cNvSpPr/>
            <p:nvPr/>
          </p:nvSpPr>
          <p:spPr>
            <a:xfrm>
              <a:off x="6570427" y="3388344"/>
              <a:ext cx="282364" cy="282396"/>
            </a:xfrm>
            <a:custGeom>
              <a:avLst/>
              <a:gdLst/>
              <a:ahLst/>
              <a:cxnLst/>
              <a:rect l="l" t="t" r="r" b="b"/>
              <a:pathLst>
                <a:path w="8871" h="8872" extrusionOk="0">
                  <a:moveTo>
                    <a:pt x="4442" y="2966"/>
                  </a:moveTo>
                  <a:cubicBezTo>
                    <a:pt x="5263" y="2966"/>
                    <a:pt x="5918" y="3632"/>
                    <a:pt x="5918" y="4442"/>
                  </a:cubicBezTo>
                  <a:cubicBezTo>
                    <a:pt x="5918" y="5263"/>
                    <a:pt x="5239" y="5918"/>
                    <a:pt x="4442" y="5918"/>
                  </a:cubicBezTo>
                  <a:cubicBezTo>
                    <a:pt x="3632" y="5918"/>
                    <a:pt x="2965" y="5263"/>
                    <a:pt x="2965" y="4442"/>
                  </a:cubicBezTo>
                  <a:cubicBezTo>
                    <a:pt x="2965" y="3620"/>
                    <a:pt x="3632" y="2966"/>
                    <a:pt x="4442" y="2966"/>
                  </a:cubicBezTo>
                  <a:close/>
                  <a:moveTo>
                    <a:pt x="1108" y="2120"/>
                  </a:moveTo>
                  <a:lnTo>
                    <a:pt x="2656" y="4775"/>
                  </a:lnTo>
                  <a:cubicBezTo>
                    <a:pt x="2822" y="5633"/>
                    <a:pt x="3561" y="6264"/>
                    <a:pt x="4453" y="6264"/>
                  </a:cubicBezTo>
                  <a:cubicBezTo>
                    <a:pt x="4704" y="6264"/>
                    <a:pt x="4942" y="6228"/>
                    <a:pt x="5156" y="6121"/>
                  </a:cubicBezTo>
                  <a:lnTo>
                    <a:pt x="5156" y="6121"/>
                  </a:lnTo>
                  <a:lnTo>
                    <a:pt x="3894" y="8466"/>
                  </a:lnTo>
                  <a:cubicBezTo>
                    <a:pt x="1906" y="8204"/>
                    <a:pt x="382" y="6490"/>
                    <a:pt x="382" y="4442"/>
                  </a:cubicBezTo>
                  <a:cubicBezTo>
                    <a:pt x="382" y="3573"/>
                    <a:pt x="643" y="2775"/>
                    <a:pt x="1108" y="2120"/>
                  </a:cubicBezTo>
                  <a:close/>
                  <a:moveTo>
                    <a:pt x="4442" y="370"/>
                  </a:moveTo>
                  <a:cubicBezTo>
                    <a:pt x="6037" y="370"/>
                    <a:pt x="7406" y="1287"/>
                    <a:pt x="8085" y="2620"/>
                  </a:cubicBezTo>
                  <a:lnTo>
                    <a:pt x="7120" y="2620"/>
                  </a:lnTo>
                  <a:cubicBezTo>
                    <a:pt x="7013" y="2620"/>
                    <a:pt x="6942" y="2692"/>
                    <a:pt x="6942" y="2799"/>
                  </a:cubicBezTo>
                  <a:cubicBezTo>
                    <a:pt x="6942" y="2906"/>
                    <a:pt x="7013" y="2977"/>
                    <a:pt x="7120" y="2977"/>
                  </a:cubicBezTo>
                  <a:lnTo>
                    <a:pt x="8252" y="2977"/>
                  </a:lnTo>
                  <a:cubicBezTo>
                    <a:pt x="8430" y="3442"/>
                    <a:pt x="8537" y="3930"/>
                    <a:pt x="8537" y="4454"/>
                  </a:cubicBezTo>
                  <a:cubicBezTo>
                    <a:pt x="8514" y="6692"/>
                    <a:pt x="6692" y="8514"/>
                    <a:pt x="4442" y="8514"/>
                  </a:cubicBezTo>
                  <a:lnTo>
                    <a:pt x="4263" y="8514"/>
                  </a:lnTo>
                  <a:lnTo>
                    <a:pt x="5799" y="5680"/>
                  </a:lnTo>
                  <a:cubicBezTo>
                    <a:pt x="6097" y="5347"/>
                    <a:pt x="6275" y="4918"/>
                    <a:pt x="6275" y="4454"/>
                  </a:cubicBezTo>
                  <a:cubicBezTo>
                    <a:pt x="6275" y="3847"/>
                    <a:pt x="5977" y="3311"/>
                    <a:pt x="5525" y="2977"/>
                  </a:cubicBezTo>
                  <a:lnTo>
                    <a:pt x="6251" y="2977"/>
                  </a:lnTo>
                  <a:cubicBezTo>
                    <a:pt x="6358" y="2977"/>
                    <a:pt x="6430" y="2906"/>
                    <a:pt x="6430" y="2799"/>
                  </a:cubicBezTo>
                  <a:cubicBezTo>
                    <a:pt x="6430" y="2692"/>
                    <a:pt x="6358" y="2620"/>
                    <a:pt x="6251" y="2620"/>
                  </a:cubicBezTo>
                  <a:lnTo>
                    <a:pt x="4453" y="2620"/>
                  </a:lnTo>
                  <a:cubicBezTo>
                    <a:pt x="3561" y="2620"/>
                    <a:pt x="2834" y="3263"/>
                    <a:pt x="2656" y="4097"/>
                  </a:cubicBezTo>
                  <a:lnTo>
                    <a:pt x="1334" y="1834"/>
                  </a:lnTo>
                  <a:cubicBezTo>
                    <a:pt x="2072" y="941"/>
                    <a:pt x="3191" y="370"/>
                    <a:pt x="4442" y="370"/>
                  </a:cubicBezTo>
                  <a:close/>
                  <a:moveTo>
                    <a:pt x="4442" y="1"/>
                  </a:moveTo>
                  <a:cubicBezTo>
                    <a:pt x="2001" y="1"/>
                    <a:pt x="1" y="2001"/>
                    <a:pt x="1" y="4442"/>
                  </a:cubicBezTo>
                  <a:cubicBezTo>
                    <a:pt x="1" y="6883"/>
                    <a:pt x="2001" y="8871"/>
                    <a:pt x="4442" y="8871"/>
                  </a:cubicBezTo>
                  <a:cubicBezTo>
                    <a:pt x="6882" y="8871"/>
                    <a:pt x="8871" y="6883"/>
                    <a:pt x="8871" y="4442"/>
                  </a:cubicBezTo>
                  <a:cubicBezTo>
                    <a:pt x="8871" y="2001"/>
                    <a:pt x="6894" y="1"/>
                    <a:pt x="4442" y="1"/>
                  </a:cubicBezTo>
                  <a:close/>
                </a:path>
              </a:pathLst>
            </a:custGeom>
            <a:grp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2478;p71">
              <a:extLst>
                <a:ext uri="{FF2B5EF4-FFF2-40B4-BE49-F238E27FC236}">
                  <a16:creationId xmlns:a16="http://schemas.microsoft.com/office/drawing/2014/main" id="{F52163A3-866A-34DD-1C85-99CB8A4EA215}"/>
                </a:ext>
              </a:extLst>
            </p:cNvPr>
            <p:cNvSpPr/>
            <p:nvPr/>
          </p:nvSpPr>
          <p:spPr>
            <a:xfrm>
              <a:off x="6676166" y="3494083"/>
              <a:ext cx="71267" cy="71299"/>
            </a:xfrm>
            <a:custGeom>
              <a:avLst/>
              <a:gdLst/>
              <a:ahLst/>
              <a:cxnLst/>
              <a:rect l="l" t="t" r="r" b="b"/>
              <a:pathLst>
                <a:path w="2239" h="2240" extrusionOk="0">
                  <a:moveTo>
                    <a:pt x="1120" y="346"/>
                  </a:moveTo>
                  <a:cubicBezTo>
                    <a:pt x="1536" y="346"/>
                    <a:pt x="1893" y="679"/>
                    <a:pt x="1893" y="1120"/>
                  </a:cubicBezTo>
                  <a:cubicBezTo>
                    <a:pt x="1893" y="1549"/>
                    <a:pt x="1548" y="1894"/>
                    <a:pt x="1120" y="1894"/>
                  </a:cubicBezTo>
                  <a:cubicBezTo>
                    <a:pt x="703" y="1894"/>
                    <a:pt x="346" y="1549"/>
                    <a:pt x="346" y="1120"/>
                  </a:cubicBezTo>
                  <a:cubicBezTo>
                    <a:pt x="346" y="679"/>
                    <a:pt x="691" y="346"/>
                    <a:pt x="1120" y="346"/>
                  </a:cubicBezTo>
                  <a:close/>
                  <a:moveTo>
                    <a:pt x="1120" y="1"/>
                  </a:moveTo>
                  <a:cubicBezTo>
                    <a:pt x="489" y="1"/>
                    <a:pt x="0" y="513"/>
                    <a:pt x="0" y="1120"/>
                  </a:cubicBezTo>
                  <a:cubicBezTo>
                    <a:pt x="0" y="1727"/>
                    <a:pt x="512" y="2239"/>
                    <a:pt x="1120" y="2239"/>
                  </a:cubicBezTo>
                  <a:cubicBezTo>
                    <a:pt x="1739" y="2239"/>
                    <a:pt x="2239" y="1727"/>
                    <a:pt x="2239" y="1120"/>
                  </a:cubicBezTo>
                  <a:cubicBezTo>
                    <a:pt x="2239" y="513"/>
                    <a:pt x="1739" y="1"/>
                    <a:pt x="1120" y="1"/>
                  </a:cubicBezTo>
                  <a:close/>
                </a:path>
              </a:pathLst>
            </a:custGeom>
            <a:grp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theme/theme1.xml><?xml version="1.0" encoding="utf-8"?>
<a:theme xmlns:a="http://schemas.openxmlformats.org/drawingml/2006/main" name="Soft Colors UI Design for Agencies by Slidesgo">
  <a:themeElements>
    <a:clrScheme name="Simple Light">
      <a:dk1>
        <a:srgbClr val="000000"/>
      </a:dk1>
      <a:lt1>
        <a:srgbClr val="FCF6E8"/>
      </a:lt1>
      <a:dk2>
        <a:srgbClr val="DBCFC3"/>
      </a:dk2>
      <a:lt2>
        <a:srgbClr val="EFC4B9"/>
      </a:lt2>
      <a:accent1>
        <a:srgbClr val="FDBC96"/>
      </a:accent1>
      <a:accent2>
        <a:srgbClr val="DAC2CF"/>
      </a:accent2>
      <a:accent3>
        <a:srgbClr val="D3E3D6"/>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527</Words>
  <Application>Microsoft Office PowerPoint</Application>
  <PresentationFormat>On-screen Show (16:9)</PresentationFormat>
  <Paragraphs>80</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Rubik Black</vt:lpstr>
      <vt:lpstr>Cambria</vt:lpstr>
      <vt:lpstr>Arial</vt:lpstr>
      <vt:lpstr>Karla</vt:lpstr>
      <vt:lpstr>Calibri</vt:lpstr>
      <vt:lpstr>Bebas Neue</vt:lpstr>
      <vt:lpstr>Soft Colors UI Design for Agencies by Slidesgo</vt:lpstr>
      <vt:lpstr>RAG General Knowledge Chatbot</vt:lpstr>
      <vt:lpstr>01</vt:lpstr>
      <vt:lpstr>How does it work?</vt:lpstr>
      <vt:lpstr>How was the model selected?</vt:lpstr>
      <vt:lpstr>Every claim is cited</vt:lpstr>
      <vt:lpstr>A familiar chat experience</vt:lpstr>
      <vt:lpstr>Deployment: One script, Zero Cloud</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Khagendra Saini</dc:creator>
  <cp:lastModifiedBy>Khagendra Saini</cp:lastModifiedBy>
  <cp:revision>8</cp:revision>
  <dcterms:modified xsi:type="dcterms:W3CDTF">2026-09-19T12:49:31Z</dcterms:modified>
</cp:coreProperties>
</file>